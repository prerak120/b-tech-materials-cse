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ak Lohar" userId="dc5754b4cfb20641" providerId="LiveId" clId="{2947813D-2FEB-45B7-9F1C-F22EA7ABBEBE}"/>
    <pc:docChg chg="undo custSel addSld delSld modSld">
      <pc:chgData name="Vinayak Lohar" userId="dc5754b4cfb20641" providerId="LiveId" clId="{2947813D-2FEB-45B7-9F1C-F22EA7ABBEBE}" dt="2022-06-16T04:35:04.243" v="398" actId="20577"/>
      <pc:docMkLst>
        <pc:docMk/>
      </pc:docMkLst>
      <pc:sldChg chg="addSp delSp modSp new mod">
        <pc:chgData name="Vinayak Lohar" userId="dc5754b4cfb20641" providerId="LiveId" clId="{2947813D-2FEB-45B7-9F1C-F22EA7ABBEBE}" dt="2022-06-16T04:34:20.410" v="385" actId="1076"/>
        <pc:sldMkLst>
          <pc:docMk/>
          <pc:sldMk cId="1265366182" sldId="256"/>
        </pc:sldMkLst>
        <pc:spChg chg="mod">
          <ac:chgData name="Vinayak Lohar" userId="dc5754b4cfb20641" providerId="LiveId" clId="{2947813D-2FEB-45B7-9F1C-F22EA7ABBEBE}" dt="2022-06-16T04:34:20.410" v="385" actId="1076"/>
          <ac:spMkLst>
            <pc:docMk/>
            <pc:sldMk cId="1265366182" sldId="256"/>
            <ac:spMk id="2" creationId="{3FF7D78D-D996-BFDE-9D17-92815D7ECBE9}"/>
          </ac:spMkLst>
        </pc:spChg>
        <pc:spChg chg="del">
          <ac:chgData name="Vinayak Lohar" userId="dc5754b4cfb20641" providerId="LiveId" clId="{2947813D-2FEB-45B7-9F1C-F22EA7ABBEBE}" dt="2022-06-16T04:19:16.937" v="14" actId="478"/>
          <ac:spMkLst>
            <pc:docMk/>
            <pc:sldMk cId="1265366182" sldId="256"/>
            <ac:spMk id="3" creationId="{362C1CF1-D87F-C119-51BF-43FEB1320E3F}"/>
          </ac:spMkLst>
        </pc:spChg>
        <pc:spChg chg="add del mod">
          <ac:chgData name="Vinayak Lohar" userId="dc5754b4cfb20641" providerId="LiveId" clId="{2947813D-2FEB-45B7-9F1C-F22EA7ABBEBE}" dt="2022-06-16T04:19:16.952" v="16"/>
          <ac:spMkLst>
            <pc:docMk/>
            <pc:sldMk cId="1265366182" sldId="256"/>
            <ac:spMk id="5" creationId="{7A48FEB4-74D1-0E3A-DE2A-7144FE8A4513}"/>
          </ac:spMkLst>
        </pc:spChg>
      </pc:sldChg>
      <pc:sldChg chg="modSp new mod">
        <pc:chgData name="Vinayak Lohar" userId="dc5754b4cfb20641" providerId="LiveId" clId="{2947813D-2FEB-45B7-9F1C-F22EA7ABBEBE}" dt="2022-06-16T04:30:47.174" v="288" actId="20577"/>
        <pc:sldMkLst>
          <pc:docMk/>
          <pc:sldMk cId="705356569" sldId="257"/>
        </pc:sldMkLst>
        <pc:spChg chg="mod">
          <ac:chgData name="Vinayak Lohar" userId="dc5754b4cfb20641" providerId="LiveId" clId="{2947813D-2FEB-45B7-9F1C-F22EA7ABBEBE}" dt="2022-06-16T04:30:26.339" v="285" actId="1076"/>
          <ac:spMkLst>
            <pc:docMk/>
            <pc:sldMk cId="705356569" sldId="257"/>
            <ac:spMk id="2" creationId="{873AF2CD-CFAF-C938-3B3B-828CBA39DF4F}"/>
          </ac:spMkLst>
        </pc:spChg>
        <pc:spChg chg="mod">
          <ac:chgData name="Vinayak Lohar" userId="dc5754b4cfb20641" providerId="LiveId" clId="{2947813D-2FEB-45B7-9F1C-F22EA7ABBEBE}" dt="2022-06-16T04:30:47.174" v="288" actId="20577"/>
          <ac:spMkLst>
            <pc:docMk/>
            <pc:sldMk cId="705356569" sldId="257"/>
            <ac:spMk id="3" creationId="{2B25B914-4EA6-1800-2FA3-6328F2BA3221}"/>
          </ac:spMkLst>
        </pc:spChg>
      </pc:sldChg>
      <pc:sldChg chg="modSp new mod">
        <pc:chgData name="Vinayak Lohar" userId="dc5754b4cfb20641" providerId="LiveId" clId="{2947813D-2FEB-45B7-9F1C-F22EA7ABBEBE}" dt="2022-06-16T04:31:22.147" v="299" actId="5793"/>
        <pc:sldMkLst>
          <pc:docMk/>
          <pc:sldMk cId="2278126631" sldId="258"/>
        </pc:sldMkLst>
        <pc:spChg chg="mod">
          <ac:chgData name="Vinayak Lohar" userId="dc5754b4cfb20641" providerId="LiveId" clId="{2947813D-2FEB-45B7-9F1C-F22EA7ABBEBE}" dt="2022-06-16T04:31:22.147" v="299" actId="5793"/>
          <ac:spMkLst>
            <pc:docMk/>
            <pc:sldMk cId="2278126631" sldId="258"/>
            <ac:spMk id="2" creationId="{A5AB694A-24B8-235B-B883-A71D5BE9E4FD}"/>
          </ac:spMkLst>
        </pc:spChg>
        <pc:spChg chg="mod">
          <ac:chgData name="Vinayak Lohar" userId="dc5754b4cfb20641" providerId="LiveId" clId="{2947813D-2FEB-45B7-9F1C-F22EA7ABBEBE}" dt="2022-06-16T04:30:17.413" v="284" actId="20577"/>
          <ac:spMkLst>
            <pc:docMk/>
            <pc:sldMk cId="2278126631" sldId="258"/>
            <ac:spMk id="3" creationId="{CE11502E-F0E7-FBF4-E776-B8991B291A80}"/>
          </ac:spMkLst>
        </pc:spChg>
      </pc:sldChg>
      <pc:sldChg chg="modSp new mod">
        <pc:chgData name="Vinayak Lohar" userId="dc5754b4cfb20641" providerId="LiveId" clId="{2947813D-2FEB-45B7-9F1C-F22EA7ABBEBE}" dt="2022-06-16T04:34:43.363" v="390" actId="123"/>
        <pc:sldMkLst>
          <pc:docMk/>
          <pc:sldMk cId="3209231096" sldId="259"/>
        </pc:sldMkLst>
        <pc:spChg chg="mod">
          <ac:chgData name="Vinayak Lohar" userId="dc5754b4cfb20641" providerId="LiveId" clId="{2947813D-2FEB-45B7-9F1C-F22EA7ABBEBE}" dt="2022-06-16T04:31:11.764" v="296" actId="5793"/>
          <ac:spMkLst>
            <pc:docMk/>
            <pc:sldMk cId="3209231096" sldId="259"/>
            <ac:spMk id="2" creationId="{5A8FB39F-105D-14D2-D519-E9EB55FD50D5}"/>
          </ac:spMkLst>
        </pc:spChg>
        <pc:spChg chg="mod">
          <ac:chgData name="Vinayak Lohar" userId="dc5754b4cfb20641" providerId="LiveId" clId="{2947813D-2FEB-45B7-9F1C-F22EA7ABBEBE}" dt="2022-06-16T04:34:43.363" v="390" actId="123"/>
          <ac:spMkLst>
            <pc:docMk/>
            <pc:sldMk cId="3209231096" sldId="259"/>
            <ac:spMk id="3" creationId="{6DEE96AC-C9D6-E190-2532-2B9FCC6EAB67}"/>
          </ac:spMkLst>
        </pc:spChg>
      </pc:sldChg>
      <pc:sldChg chg="modSp new mod">
        <pc:chgData name="Vinayak Lohar" userId="dc5754b4cfb20641" providerId="LiveId" clId="{2947813D-2FEB-45B7-9F1C-F22EA7ABBEBE}" dt="2022-06-16T04:34:36.534" v="388" actId="123"/>
        <pc:sldMkLst>
          <pc:docMk/>
          <pc:sldMk cId="963561849" sldId="260"/>
        </pc:sldMkLst>
        <pc:spChg chg="mod">
          <ac:chgData name="Vinayak Lohar" userId="dc5754b4cfb20641" providerId="LiveId" clId="{2947813D-2FEB-45B7-9F1C-F22EA7ABBEBE}" dt="2022-06-16T04:31:06.699" v="293" actId="5793"/>
          <ac:spMkLst>
            <pc:docMk/>
            <pc:sldMk cId="963561849" sldId="260"/>
            <ac:spMk id="2" creationId="{1611C903-9FD1-60E6-3901-B94E518CBC64}"/>
          </ac:spMkLst>
        </pc:spChg>
        <pc:spChg chg="mod">
          <ac:chgData name="Vinayak Lohar" userId="dc5754b4cfb20641" providerId="LiveId" clId="{2947813D-2FEB-45B7-9F1C-F22EA7ABBEBE}" dt="2022-06-16T04:34:36.534" v="388" actId="123"/>
          <ac:spMkLst>
            <pc:docMk/>
            <pc:sldMk cId="963561849" sldId="260"/>
            <ac:spMk id="3" creationId="{D49D8F54-992E-742E-B490-69D189A1C460}"/>
          </ac:spMkLst>
        </pc:spChg>
      </pc:sldChg>
      <pc:sldChg chg="modSp new mod">
        <pc:chgData name="Vinayak Lohar" userId="dc5754b4cfb20641" providerId="LiveId" clId="{2947813D-2FEB-45B7-9F1C-F22EA7ABBEBE}" dt="2022-06-16T04:31:32.018" v="300"/>
        <pc:sldMkLst>
          <pc:docMk/>
          <pc:sldMk cId="3644796900" sldId="261"/>
        </pc:sldMkLst>
        <pc:spChg chg="mod">
          <ac:chgData name="Vinayak Lohar" userId="dc5754b4cfb20641" providerId="LiveId" clId="{2947813D-2FEB-45B7-9F1C-F22EA7ABBEBE}" dt="2022-06-16T04:31:32.018" v="300"/>
          <ac:spMkLst>
            <pc:docMk/>
            <pc:sldMk cId="3644796900" sldId="261"/>
            <ac:spMk id="2" creationId="{B4A50709-92E8-C831-D981-13E92883AD6B}"/>
          </ac:spMkLst>
        </pc:spChg>
        <pc:spChg chg="mod">
          <ac:chgData name="Vinayak Lohar" userId="dc5754b4cfb20641" providerId="LiveId" clId="{2947813D-2FEB-45B7-9F1C-F22EA7ABBEBE}" dt="2022-06-16T04:20:09.809" v="29"/>
          <ac:spMkLst>
            <pc:docMk/>
            <pc:sldMk cId="3644796900" sldId="261"/>
            <ac:spMk id="3" creationId="{F7AC4911-1729-F7ED-853B-DB5D03E9806A}"/>
          </ac:spMkLst>
        </pc:spChg>
      </pc:sldChg>
      <pc:sldChg chg="addSp modSp new mod">
        <pc:chgData name="Vinayak Lohar" userId="dc5754b4cfb20641" providerId="LiveId" clId="{2947813D-2FEB-45B7-9F1C-F22EA7ABBEBE}" dt="2022-06-16T04:31:37" v="301" actId="1076"/>
        <pc:sldMkLst>
          <pc:docMk/>
          <pc:sldMk cId="600790542" sldId="262"/>
        </pc:sldMkLst>
        <pc:spChg chg="mod">
          <ac:chgData name="Vinayak Lohar" userId="dc5754b4cfb20641" providerId="LiveId" clId="{2947813D-2FEB-45B7-9F1C-F22EA7ABBEBE}" dt="2022-06-16T04:31:37" v="301" actId="1076"/>
          <ac:spMkLst>
            <pc:docMk/>
            <pc:sldMk cId="600790542" sldId="262"/>
            <ac:spMk id="2" creationId="{5D633BC3-4790-7995-0C87-CFE1EEBB5FE7}"/>
          </ac:spMkLst>
        </pc:spChg>
        <pc:spChg chg="mod">
          <ac:chgData name="Vinayak Lohar" userId="dc5754b4cfb20641" providerId="LiveId" clId="{2947813D-2FEB-45B7-9F1C-F22EA7ABBEBE}" dt="2022-06-16T04:21:41.161" v="73" actId="27636"/>
          <ac:spMkLst>
            <pc:docMk/>
            <pc:sldMk cId="600790542" sldId="262"/>
            <ac:spMk id="3" creationId="{22FE41AF-FBD7-1E52-25BC-DF43C89F5A50}"/>
          </ac:spMkLst>
        </pc:spChg>
        <pc:picChg chg="add mod">
          <ac:chgData name="Vinayak Lohar" userId="dc5754b4cfb20641" providerId="LiveId" clId="{2947813D-2FEB-45B7-9F1C-F22EA7ABBEBE}" dt="2022-06-16T04:21:51.009" v="77" actId="1076"/>
          <ac:picMkLst>
            <pc:docMk/>
            <pc:sldMk cId="600790542" sldId="262"/>
            <ac:picMk id="5" creationId="{95893F91-D444-8D7A-46BA-0FA05A3593FA}"/>
          </ac:picMkLst>
        </pc:picChg>
      </pc:sldChg>
      <pc:sldChg chg="addSp modSp new mod">
        <pc:chgData name="Vinayak Lohar" userId="dc5754b4cfb20641" providerId="LiveId" clId="{2947813D-2FEB-45B7-9F1C-F22EA7ABBEBE}" dt="2022-06-16T04:34:52.739" v="391" actId="5793"/>
        <pc:sldMkLst>
          <pc:docMk/>
          <pc:sldMk cId="854973271" sldId="263"/>
        </pc:sldMkLst>
        <pc:spChg chg="mod">
          <ac:chgData name="Vinayak Lohar" userId="dc5754b4cfb20641" providerId="LiveId" clId="{2947813D-2FEB-45B7-9F1C-F22EA7ABBEBE}" dt="2022-06-16T04:31:50.160" v="312" actId="113"/>
          <ac:spMkLst>
            <pc:docMk/>
            <pc:sldMk cId="854973271" sldId="263"/>
            <ac:spMk id="2" creationId="{BF64E73B-0865-B86C-FCFB-2E23651D6460}"/>
          </ac:spMkLst>
        </pc:spChg>
        <pc:spChg chg="mod">
          <ac:chgData name="Vinayak Lohar" userId="dc5754b4cfb20641" providerId="LiveId" clId="{2947813D-2FEB-45B7-9F1C-F22EA7ABBEBE}" dt="2022-06-16T04:34:52.739" v="391" actId="5793"/>
          <ac:spMkLst>
            <pc:docMk/>
            <pc:sldMk cId="854973271" sldId="263"/>
            <ac:spMk id="3" creationId="{C656F325-A727-80DF-4E5C-23134E7DBF9D}"/>
          </ac:spMkLst>
        </pc:spChg>
        <pc:picChg chg="add mod">
          <ac:chgData name="Vinayak Lohar" userId="dc5754b4cfb20641" providerId="LiveId" clId="{2947813D-2FEB-45B7-9F1C-F22EA7ABBEBE}" dt="2022-06-16T04:22:47.852" v="85" actId="14100"/>
          <ac:picMkLst>
            <pc:docMk/>
            <pc:sldMk cId="854973271" sldId="263"/>
            <ac:picMk id="5" creationId="{D5C58CCC-CF88-F519-308F-58D6CF98C15E}"/>
          </ac:picMkLst>
        </pc:picChg>
      </pc:sldChg>
      <pc:sldChg chg="addSp delSp modSp new mod">
        <pc:chgData name="Vinayak Lohar" userId="dc5754b4cfb20641" providerId="LiveId" clId="{2947813D-2FEB-45B7-9F1C-F22EA7ABBEBE}" dt="2022-06-16T04:31:54.250" v="313" actId="1076"/>
        <pc:sldMkLst>
          <pc:docMk/>
          <pc:sldMk cId="2347729008" sldId="264"/>
        </pc:sldMkLst>
        <pc:spChg chg="mod">
          <ac:chgData name="Vinayak Lohar" userId="dc5754b4cfb20641" providerId="LiveId" clId="{2947813D-2FEB-45B7-9F1C-F22EA7ABBEBE}" dt="2022-06-16T04:31:54.250" v="313" actId="1076"/>
          <ac:spMkLst>
            <pc:docMk/>
            <pc:sldMk cId="2347729008" sldId="264"/>
            <ac:spMk id="2" creationId="{98FFE844-D270-5EBD-CF88-C3445F929BF2}"/>
          </ac:spMkLst>
        </pc:spChg>
        <pc:spChg chg="add del mod">
          <ac:chgData name="Vinayak Lohar" userId="dc5754b4cfb20641" providerId="LiveId" clId="{2947813D-2FEB-45B7-9F1C-F22EA7ABBEBE}" dt="2022-06-16T04:25:03.761" v="132" actId="5793"/>
          <ac:spMkLst>
            <pc:docMk/>
            <pc:sldMk cId="2347729008" sldId="264"/>
            <ac:spMk id="3" creationId="{00915B98-BA2F-5057-329C-BD8A2A68713D}"/>
          </ac:spMkLst>
        </pc:spChg>
        <pc:spChg chg="add del mod">
          <ac:chgData name="Vinayak Lohar" userId="dc5754b4cfb20641" providerId="LiveId" clId="{2947813D-2FEB-45B7-9F1C-F22EA7ABBEBE}" dt="2022-06-16T04:24:20.758" v="114" actId="22"/>
          <ac:spMkLst>
            <pc:docMk/>
            <pc:sldMk cId="2347729008" sldId="264"/>
            <ac:spMk id="7" creationId="{4B7EA4C3-3A51-196B-E5CE-83D88AC75579}"/>
          </ac:spMkLst>
        </pc:spChg>
        <pc:picChg chg="add del mod">
          <ac:chgData name="Vinayak Lohar" userId="dc5754b4cfb20641" providerId="LiveId" clId="{2947813D-2FEB-45B7-9F1C-F22EA7ABBEBE}" dt="2022-06-16T04:24:23.268" v="123"/>
          <ac:picMkLst>
            <pc:docMk/>
            <pc:sldMk cId="2347729008" sldId="264"/>
            <ac:picMk id="5" creationId="{81D4BD47-5EDA-2B2C-A77D-89B2379EBB17}"/>
          </ac:picMkLst>
        </pc:picChg>
        <pc:picChg chg="add del mod">
          <ac:chgData name="Vinayak Lohar" userId="dc5754b4cfb20641" providerId="LiveId" clId="{2947813D-2FEB-45B7-9F1C-F22EA7ABBEBE}" dt="2022-06-16T04:24:48.183" v="129"/>
          <ac:picMkLst>
            <pc:docMk/>
            <pc:sldMk cId="2347729008" sldId="264"/>
            <ac:picMk id="9" creationId="{6316576F-1507-DE4C-87D5-D92077B0C38E}"/>
          </ac:picMkLst>
        </pc:picChg>
        <pc:picChg chg="add mod">
          <ac:chgData name="Vinayak Lohar" userId="dc5754b4cfb20641" providerId="LiveId" clId="{2947813D-2FEB-45B7-9F1C-F22EA7ABBEBE}" dt="2022-06-16T04:25:23.167" v="138" actId="1076"/>
          <ac:picMkLst>
            <pc:docMk/>
            <pc:sldMk cId="2347729008" sldId="264"/>
            <ac:picMk id="11" creationId="{A5AAE439-A4CB-8050-C881-6359DBADF38A}"/>
          </ac:picMkLst>
        </pc:picChg>
      </pc:sldChg>
      <pc:sldChg chg="addSp modSp new mod">
        <pc:chgData name="Vinayak Lohar" userId="dc5754b4cfb20641" providerId="LiveId" clId="{2947813D-2FEB-45B7-9F1C-F22EA7ABBEBE}" dt="2022-06-16T04:35:04.243" v="398" actId="20577"/>
        <pc:sldMkLst>
          <pc:docMk/>
          <pc:sldMk cId="2773332392" sldId="265"/>
        </pc:sldMkLst>
        <pc:spChg chg="mod">
          <ac:chgData name="Vinayak Lohar" userId="dc5754b4cfb20641" providerId="LiveId" clId="{2947813D-2FEB-45B7-9F1C-F22EA7ABBEBE}" dt="2022-06-16T04:25:35.866" v="140"/>
          <ac:spMkLst>
            <pc:docMk/>
            <pc:sldMk cId="2773332392" sldId="265"/>
            <ac:spMk id="2" creationId="{E449E5AB-938F-8FD7-4638-ED9E90C7569D}"/>
          </ac:spMkLst>
        </pc:spChg>
        <pc:spChg chg="mod">
          <ac:chgData name="Vinayak Lohar" userId="dc5754b4cfb20641" providerId="LiveId" clId="{2947813D-2FEB-45B7-9F1C-F22EA7ABBEBE}" dt="2022-06-16T04:35:04.243" v="398" actId="20577"/>
          <ac:spMkLst>
            <pc:docMk/>
            <pc:sldMk cId="2773332392" sldId="265"/>
            <ac:spMk id="3" creationId="{8B452401-9455-1026-6C1D-2E80A906DF7F}"/>
          </ac:spMkLst>
        </pc:spChg>
        <pc:picChg chg="add mod">
          <ac:chgData name="Vinayak Lohar" userId="dc5754b4cfb20641" providerId="LiveId" clId="{2947813D-2FEB-45B7-9F1C-F22EA7ABBEBE}" dt="2022-06-16T04:26:39.652" v="160" actId="14100"/>
          <ac:picMkLst>
            <pc:docMk/>
            <pc:sldMk cId="2773332392" sldId="265"/>
            <ac:picMk id="5" creationId="{2EB0FBBC-9643-0ADA-4D49-F8CD4B4D8D39}"/>
          </ac:picMkLst>
        </pc:picChg>
      </pc:sldChg>
      <pc:sldChg chg="addSp delSp modSp new mod">
        <pc:chgData name="Vinayak Lohar" userId="dc5754b4cfb20641" providerId="LiveId" clId="{2947813D-2FEB-45B7-9F1C-F22EA7ABBEBE}" dt="2022-06-16T04:28:11.159" v="181" actId="14100"/>
        <pc:sldMkLst>
          <pc:docMk/>
          <pc:sldMk cId="1193893973" sldId="266"/>
        </pc:sldMkLst>
        <pc:spChg chg="del">
          <ac:chgData name="Vinayak Lohar" userId="dc5754b4cfb20641" providerId="LiveId" clId="{2947813D-2FEB-45B7-9F1C-F22EA7ABBEBE}" dt="2022-06-16T04:27:30.510" v="171" actId="478"/>
          <ac:spMkLst>
            <pc:docMk/>
            <pc:sldMk cId="1193893973" sldId="266"/>
            <ac:spMk id="2" creationId="{2837A6C8-9037-C5BF-64D9-E85C042AFDC6}"/>
          </ac:spMkLst>
        </pc:spChg>
        <pc:spChg chg="mod">
          <ac:chgData name="Vinayak Lohar" userId="dc5754b4cfb20641" providerId="LiveId" clId="{2947813D-2FEB-45B7-9F1C-F22EA7ABBEBE}" dt="2022-06-16T04:27:34.863" v="172" actId="14100"/>
          <ac:spMkLst>
            <pc:docMk/>
            <pc:sldMk cId="1193893973" sldId="266"/>
            <ac:spMk id="3" creationId="{D04E4676-1123-5289-E959-F85C05DFF4E9}"/>
          </ac:spMkLst>
        </pc:spChg>
        <pc:spChg chg="add mod">
          <ac:chgData name="Vinayak Lohar" userId="dc5754b4cfb20641" providerId="LiveId" clId="{2947813D-2FEB-45B7-9F1C-F22EA7ABBEBE}" dt="2022-06-16T04:28:11.159" v="181" actId="14100"/>
          <ac:spMkLst>
            <pc:docMk/>
            <pc:sldMk cId="1193893973" sldId="266"/>
            <ac:spMk id="7" creationId="{17A73952-3676-F091-ECD5-D49F6C90FB8A}"/>
          </ac:spMkLst>
        </pc:spChg>
        <pc:picChg chg="add mod">
          <ac:chgData name="Vinayak Lohar" userId="dc5754b4cfb20641" providerId="LiveId" clId="{2947813D-2FEB-45B7-9F1C-F22EA7ABBEBE}" dt="2022-06-16T04:28:02.543" v="178" actId="14100"/>
          <ac:picMkLst>
            <pc:docMk/>
            <pc:sldMk cId="1193893973" sldId="266"/>
            <ac:picMk id="5" creationId="{C80482EA-82A2-7000-583F-286B7CFD6A32}"/>
          </ac:picMkLst>
        </pc:picChg>
      </pc:sldChg>
      <pc:sldChg chg="modSp new mod">
        <pc:chgData name="Vinayak Lohar" userId="dc5754b4cfb20641" providerId="LiveId" clId="{2947813D-2FEB-45B7-9F1C-F22EA7ABBEBE}" dt="2022-06-16T04:28:38.393" v="184"/>
        <pc:sldMkLst>
          <pc:docMk/>
          <pc:sldMk cId="4274171969" sldId="267"/>
        </pc:sldMkLst>
        <pc:spChg chg="mod">
          <ac:chgData name="Vinayak Lohar" userId="dc5754b4cfb20641" providerId="LiveId" clId="{2947813D-2FEB-45B7-9F1C-F22EA7ABBEBE}" dt="2022-06-16T04:28:26.468" v="182"/>
          <ac:spMkLst>
            <pc:docMk/>
            <pc:sldMk cId="4274171969" sldId="267"/>
            <ac:spMk id="2" creationId="{4879671B-0450-F80F-97F1-8CFE18C5AD00}"/>
          </ac:spMkLst>
        </pc:spChg>
        <pc:spChg chg="mod">
          <ac:chgData name="Vinayak Lohar" userId="dc5754b4cfb20641" providerId="LiveId" clId="{2947813D-2FEB-45B7-9F1C-F22EA7ABBEBE}" dt="2022-06-16T04:28:38.393" v="184"/>
          <ac:spMkLst>
            <pc:docMk/>
            <pc:sldMk cId="4274171969" sldId="267"/>
            <ac:spMk id="3" creationId="{F38DACE7-48FE-74D7-81EB-61CFB605CFBF}"/>
          </ac:spMkLst>
        </pc:spChg>
      </pc:sldChg>
      <pc:sldChg chg="modSp new mod">
        <pc:chgData name="Vinayak Lohar" userId="dc5754b4cfb20641" providerId="LiveId" clId="{2947813D-2FEB-45B7-9F1C-F22EA7ABBEBE}" dt="2022-06-16T04:32:11.629" v="317" actId="113"/>
        <pc:sldMkLst>
          <pc:docMk/>
          <pc:sldMk cId="4275422400" sldId="268"/>
        </pc:sldMkLst>
        <pc:spChg chg="mod">
          <ac:chgData name="Vinayak Lohar" userId="dc5754b4cfb20641" providerId="LiveId" clId="{2947813D-2FEB-45B7-9F1C-F22EA7ABBEBE}" dt="2022-06-16T04:32:11.629" v="317" actId="113"/>
          <ac:spMkLst>
            <pc:docMk/>
            <pc:sldMk cId="4275422400" sldId="268"/>
            <ac:spMk id="2" creationId="{A2F7C2A8-5018-C563-3BC5-ED6065917E0E}"/>
          </ac:spMkLst>
        </pc:spChg>
        <pc:spChg chg="mod">
          <ac:chgData name="Vinayak Lohar" userId="dc5754b4cfb20641" providerId="LiveId" clId="{2947813D-2FEB-45B7-9F1C-F22EA7ABBEBE}" dt="2022-06-16T04:29:29.074" v="198" actId="123"/>
          <ac:spMkLst>
            <pc:docMk/>
            <pc:sldMk cId="4275422400" sldId="268"/>
            <ac:spMk id="3" creationId="{25C9CDD7-9241-9DC4-F6F1-F178C767A812}"/>
          </ac:spMkLst>
        </pc:spChg>
      </pc:sldChg>
      <pc:sldChg chg="modSp new del mod">
        <pc:chgData name="Vinayak Lohar" userId="dc5754b4cfb20641" providerId="LiveId" clId="{2947813D-2FEB-45B7-9F1C-F22EA7ABBEBE}" dt="2022-06-16T04:29:13.967" v="190" actId="2696"/>
        <pc:sldMkLst>
          <pc:docMk/>
          <pc:sldMk cId="371342297" sldId="269"/>
        </pc:sldMkLst>
        <pc:spChg chg="mod">
          <ac:chgData name="Vinayak Lohar" userId="dc5754b4cfb20641" providerId="LiveId" clId="{2947813D-2FEB-45B7-9F1C-F22EA7ABBEBE}" dt="2022-06-16T04:29:00.643" v="189"/>
          <ac:spMkLst>
            <pc:docMk/>
            <pc:sldMk cId="371342297" sldId="269"/>
            <ac:spMk id="3" creationId="{ABB680A3-6586-4EB5-4E42-233096E58F06}"/>
          </ac:spMkLst>
        </pc:spChg>
      </pc:sldChg>
      <pc:sldChg chg="addSp delSp modSp new mod">
        <pc:chgData name="Vinayak Lohar" userId="dc5754b4cfb20641" providerId="LiveId" clId="{2947813D-2FEB-45B7-9F1C-F22EA7ABBEBE}" dt="2022-06-16T04:32:57.739" v="369" actId="1076"/>
        <pc:sldMkLst>
          <pc:docMk/>
          <pc:sldMk cId="443378255" sldId="269"/>
        </pc:sldMkLst>
        <pc:spChg chg="del">
          <ac:chgData name="Vinayak Lohar" userId="dc5754b4cfb20641" providerId="LiveId" clId="{2947813D-2FEB-45B7-9F1C-F22EA7ABBEBE}" dt="2022-06-16T04:32:46.348" v="366" actId="478"/>
          <ac:spMkLst>
            <pc:docMk/>
            <pc:sldMk cId="443378255" sldId="269"/>
            <ac:spMk id="2" creationId="{07358050-AFB1-5920-BAE5-28C5811E8022}"/>
          </ac:spMkLst>
        </pc:spChg>
        <pc:spChg chg="del mod">
          <ac:chgData name="Vinayak Lohar" userId="dc5754b4cfb20641" providerId="LiveId" clId="{2947813D-2FEB-45B7-9F1C-F22EA7ABBEBE}" dt="2022-06-16T04:32:50.623" v="367" actId="478"/>
          <ac:spMkLst>
            <pc:docMk/>
            <pc:sldMk cId="443378255" sldId="269"/>
            <ac:spMk id="3" creationId="{7DBBA84D-C8B6-0720-C361-2BDCAD519BCD}"/>
          </ac:spMkLst>
        </pc:spChg>
        <pc:spChg chg="add mod">
          <ac:chgData name="Vinayak Lohar" userId="dc5754b4cfb20641" providerId="LiveId" clId="{2947813D-2FEB-45B7-9F1C-F22EA7ABBEBE}" dt="2022-06-16T04:32:57.739" v="369" actId="1076"/>
          <ac:spMkLst>
            <pc:docMk/>
            <pc:sldMk cId="443378255" sldId="269"/>
            <ac:spMk id="4" creationId="{E1D92D89-E154-CD27-B2D2-A711CDDE92D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C6A5D-A286-ED04-3FCF-A0F16FB871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421E0F-A799-9D8A-C907-D487689FC2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2A41143-BA10-A6A8-DF6B-CE699F618D50}"/>
              </a:ext>
            </a:extLst>
          </p:cNvPr>
          <p:cNvSpPr>
            <a:spLocks noGrp="1"/>
          </p:cNvSpPr>
          <p:nvPr>
            <p:ph type="dt" sz="half" idx="10"/>
          </p:nvPr>
        </p:nvSpPr>
        <p:spPr/>
        <p:txBody>
          <a:bodyPr/>
          <a:lstStyle/>
          <a:p>
            <a:fld id="{C795A754-7988-4447-B443-6F10797A6865}" type="datetimeFigureOut">
              <a:rPr lang="en-IN" smtClean="0"/>
              <a:t>07-12-2023</a:t>
            </a:fld>
            <a:endParaRPr lang="en-IN"/>
          </a:p>
        </p:txBody>
      </p:sp>
      <p:sp>
        <p:nvSpPr>
          <p:cNvPr id="5" name="Footer Placeholder 4">
            <a:extLst>
              <a:ext uri="{FF2B5EF4-FFF2-40B4-BE49-F238E27FC236}">
                <a16:creationId xmlns:a16="http://schemas.microsoft.com/office/drawing/2014/main" id="{CC3D0FAD-C9A8-933A-51B8-01B753C551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4B94F2-522A-1B94-47EA-827FE4932B12}"/>
              </a:ext>
            </a:extLst>
          </p:cNvPr>
          <p:cNvSpPr>
            <a:spLocks noGrp="1"/>
          </p:cNvSpPr>
          <p:nvPr>
            <p:ph type="sldNum" sz="quarter" idx="12"/>
          </p:nvPr>
        </p:nvSpPr>
        <p:spPr/>
        <p:txBody>
          <a:bodyPr/>
          <a:lstStyle/>
          <a:p>
            <a:fld id="{9DC28BF2-44B2-4E13-80E6-54095C38B6E4}" type="slidenum">
              <a:rPr lang="en-IN" smtClean="0"/>
              <a:t>‹#›</a:t>
            </a:fld>
            <a:endParaRPr lang="en-IN"/>
          </a:p>
        </p:txBody>
      </p:sp>
    </p:spTree>
    <p:extLst>
      <p:ext uri="{BB962C8B-B14F-4D97-AF65-F5344CB8AC3E}">
        <p14:creationId xmlns:p14="http://schemas.microsoft.com/office/powerpoint/2010/main" val="2813096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F5C90-F3F0-CB1A-CFD1-F87948AD22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93E4B1-D05C-2AC5-8E43-C2049BC5F6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223A71-062B-60BF-386F-46487F55F837}"/>
              </a:ext>
            </a:extLst>
          </p:cNvPr>
          <p:cNvSpPr>
            <a:spLocks noGrp="1"/>
          </p:cNvSpPr>
          <p:nvPr>
            <p:ph type="dt" sz="half" idx="10"/>
          </p:nvPr>
        </p:nvSpPr>
        <p:spPr/>
        <p:txBody>
          <a:bodyPr/>
          <a:lstStyle/>
          <a:p>
            <a:fld id="{C795A754-7988-4447-B443-6F10797A6865}" type="datetimeFigureOut">
              <a:rPr lang="en-IN" smtClean="0"/>
              <a:t>07-12-2023</a:t>
            </a:fld>
            <a:endParaRPr lang="en-IN"/>
          </a:p>
        </p:txBody>
      </p:sp>
      <p:sp>
        <p:nvSpPr>
          <p:cNvPr id="5" name="Footer Placeholder 4">
            <a:extLst>
              <a:ext uri="{FF2B5EF4-FFF2-40B4-BE49-F238E27FC236}">
                <a16:creationId xmlns:a16="http://schemas.microsoft.com/office/drawing/2014/main" id="{97C8ABF2-FB36-D31E-7BED-B059F4FE6D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804C00-264F-AFF7-5BBA-2B0221A9D2D4}"/>
              </a:ext>
            </a:extLst>
          </p:cNvPr>
          <p:cNvSpPr>
            <a:spLocks noGrp="1"/>
          </p:cNvSpPr>
          <p:nvPr>
            <p:ph type="sldNum" sz="quarter" idx="12"/>
          </p:nvPr>
        </p:nvSpPr>
        <p:spPr/>
        <p:txBody>
          <a:bodyPr/>
          <a:lstStyle/>
          <a:p>
            <a:fld id="{9DC28BF2-44B2-4E13-80E6-54095C38B6E4}" type="slidenum">
              <a:rPr lang="en-IN" smtClean="0"/>
              <a:t>‹#›</a:t>
            </a:fld>
            <a:endParaRPr lang="en-IN"/>
          </a:p>
        </p:txBody>
      </p:sp>
    </p:spTree>
    <p:extLst>
      <p:ext uri="{BB962C8B-B14F-4D97-AF65-F5344CB8AC3E}">
        <p14:creationId xmlns:p14="http://schemas.microsoft.com/office/powerpoint/2010/main" val="1383112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577E8-CBCD-42E3-A411-8991C384D6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DF585F5-29D0-800B-3CED-8D56375906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2C718C-96D8-57D5-FB41-8A6CE39EB1BF}"/>
              </a:ext>
            </a:extLst>
          </p:cNvPr>
          <p:cNvSpPr>
            <a:spLocks noGrp="1"/>
          </p:cNvSpPr>
          <p:nvPr>
            <p:ph type="dt" sz="half" idx="10"/>
          </p:nvPr>
        </p:nvSpPr>
        <p:spPr/>
        <p:txBody>
          <a:bodyPr/>
          <a:lstStyle/>
          <a:p>
            <a:fld id="{C795A754-7988-4447-B443-6F10797A6865}" type="datetimeFigureOut">
              <a:rPr lang="en-IN" smtClean="0"/>
              <a:t>07-12-2023</a:t>
            </a:fld>
            <a:endParaRPr lang="en-IN"/>
          </a:p>
        </p:txBody>
      </p:sp>
      <p:sp>
        <p:nvSpPr>
          <p:cNvPr id="5" name="Footer Placeholder 4">
            <a:extLst>
              <a:ext uri="{FF2B5EF4-FFF2-40B4-BE49-F238E27FC236}">
                <a16:creationId xmlns:a16="http://schemas.microsoft.com/office/drawing/2014/main" id="{D51670FD-E10F-6AFA-A4E4-7668DF9460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892DF7-C59B-243A-0E26-00AB3C322E00}"/>
              </a:ext>
            </a:extLst>
          </p:cNvPr>
          <p:cNvSpPr>
            <a:spLocks noGrp="1"/>
          </p:cNvSpPr>
          <p:nvPr>
            <p:ph type="sldNum" sz="quarter" idx="12"/>
          </p:nvPr>
        </p:nvSpPr>
        <p:spPr/>
        <p:txBody>
          <a:bodyPr/>
          <a:lstStyle/>
          <a:p>
            <a:fld id="{9DC28BF2-44B2-4E13-80E6-54095C38B6E4}" type="slidenum">
              <a:rPr lang="en-IN" smtClean="0"/>
              <a:t>‹#›</a:t>
            </a:fld>
            <a:endParaRPr lang="en-IN"/>
          </a:p>
        </p:txBody>
      </p:sp>
    </p:spTree>
    <p:extLst>
      <p:ext uri="{BB962C8B-B14F-4D97-AF65-F5344CB8AC3E}">
        <p14:creationId xmlns:p14="http://schemas.microsoft.com/office/powerpoint/2010/main" val="1981190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72105-07BB-92A7-7353-5F9EE5B0FA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B10CB6-6E65-A726-9DBA-47987610C6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35316DB-74FF-77F2-D42A-FAEC85D6C9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BD5BC57-AFE3-E16F-9A63-A75ECF1EF841}"/>
              </a:ext>
            </a:extLst>
          </p:cNvPr>
          <p:cNvSpPr>
            <a:spLocks noGrp="1"/>
          </p:cNvSpPr>
          <p:nvPr>
            <p:ph type="dt" sz="half" idx="10"/>
          </p:nvPr>
        </p:nvSpPr>
        <p:spPr/>
        <p:txBody>
          <a:bodyPr/>
          <a:lstStyle/>
          <a:p>
            <a:fld id="{C795A754-7988-4447-B443-6F10797A6865}" type="datetimeFigureOut">
              <a:rPr lang="en-IN" smtClean="0"/>
              <a:t>07-12-2023</a:t>
            </a:fld>
            <a:endParaRPr lang="en-IN"/>
          </a:p>
        </p:txBody>
      </p:sp>
      <p:sp>
        <p:nvSpPr>
          <p:cNvPr id="6" name="Footer Placeholder 5">
            <a:extLst>
              <a:ext uri="{FF2B5EF4-FFF2-40B4-BE49-F238E27FC236}">
                <a16:creationId xmlns:a16="http://schemas.microsoft.com/office/drawing/2014/main" id="{679CBAA7-7A5A-F3AD-BBBA-5495B01782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DCF9F3-E866-7DFD-464F-2D8945C96507}"/>
              </a:ext>
            </a:extLst>
          </p:cNvPr>
          <p:cNvSpPr>
            <a:spLocks noGrp="1"/>
          </p:cNvSpPr>
          <p:nvPr>
            <p:ph type="sldNum" sz="quarter" idx="12"/>
          </p:nvPr>
        </p:nvSpPr>
        <p:spPr/>
        <p:txBody>
          <a:bodyPr/>
          <a:lstStyle/>
          <a:p>
            <a:fld id="{9DC28BF2-44B2-4E13-80E6-54095C38B6E4}" type="slidenum">
              <a:rPr lang="en-IN" smtClean="0"/>
              <a:t>‹#›</a:t>
            </a:fld>
            <a:endParaRPr lang="en-IN"/>
          </a:p>
        </p:txBody>
      </p:sp>
    </p:spTree>
    <p:extLst>
      <p:ext uri="{BB962C8B-B14F-4D97-AF65-F5344CB8AC3E}">
        <p14:creationId xmlns:p14="http://schemas.microsoft.com/office/powerpoint/2010/main" val="2814776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92C3A-7093-7CC4-315F-B11E0F6EFB8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08F476-F171-3AC1-BCF5-AAF099CA35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8A6E79-DB2B-EC69-79B0-5E873A9513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9ACB02F-3A33-4ED6-7917-F9D2907672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915967-563E-A219-AC20-89AF455207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35C5FB-7AA6-6653-41B8-044A1F29F77F}"/>
              </a:ext>
            </a:extLst>
          </p:cNvPr>
          <p:cNvSpPr>
            <a:spLocks noGrp="1"/>
          </p:cNvSpPr>
          <p:nvPr>
            <p:ph type="dt" sz="half" idx="10"/>
          </p:nvPr>
        </p:nvSpPr>
        <p:spPr/>
        <p:txBody>
          <a:bodyPr/>
          <a:lstStyle/>
          <a:p>
            <a:fld id="{C795A754-7988-4447-B443-6F10797A6865}" type="datetimeFigureOut">
              <a:rPr lang="en-IN" smtClean="0"/>
              <a:t>07-12-2023</a:t>
            </a:fld>
            <a:endParaRPr lang="en-IN"/>
          </a:p>
        </p:txBody>
      </p:sp>
      <p:sp>
        <p:nvSpPr>
          <p:cNvPr id="8" name="Footer Placeholder 7">
            <a:extLst>
              <a:ext uri="{FF2B5EF4-FFF2-40B4-BE49-F238E27FC236}">
                <a16:creationId xmlns:a16="http://schemas.microsoft.com/office/drawing/2014/main" id="{8557D2AA-38C3-E239-20A8-F3C081A443A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BF3CCF4-FC7F-D87F-2AB6-A00371A7F53B}"/>
              </a:ext>
            </a:extLst>
          </p:cNvPr>
          <p:cNvSpPr>
            <a:spLocks noGrp="1"/>
          </p:cNvSpPr>
          <p:nvPr>
            <p:ph type="sldNum" sz="quarter" idx="12"/>
          </p:nvPr>
        </p:nvSpPr>
        <p:spPr/>
        <p:txBody>
          <a:bodyPr/>
          <a:lstStyle/>
          <a:p>
            <a:fld id="{9DC28BF2-44B2-4E13-80E6-54095C38B6E4}" type="slidenum">
              <a:rPr lang="en-IN" smtClean="0"/>
              <a:t>‹#›</a:t>
            </a:fld>
            <a:endParaRPr lang="en-IN"/>
          </a:p>
        </p:txBody>
      </p:sp>
    </p:spTree>
    <p:extLst>
      <p:ext uri="{BB962C8B-B14F-4D97-AF65-F5344CB8AC3E}">
        <p14:creationId xmlns:p14="http://schemas.microsoft.com/office/powerpoint/2010/main" val="3898859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55088-5C44-323A-8C58-95F42C699C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57E9D36-84BD-8C55-1641-36F7574ABC05}"/>
              </a:ext>
            </a:extLst>
          </p:cNvPr>
          <p:cNvSpPr>
            <a:spLocks noGrp="1"/>
          </p:cNvSpPr>
          <p:nvPr>
            <p:ph type="dt" sz="half" idx="10"/>
          </p:nvPr>
        </p:nvSpPr>
        <p:spPr/>
        <p:txBody>
          <a:bodyPr/>
          <a:lstStyle/>
          <a:p>
            <a:fld id="{C795A754-7988-4447-B443-6F10797A6865}" type="datetimeFigureOut">
              <a:rPr lang="en-IN" smtClean="0"/>
              <a:t>07-12-2023</a:t>
            </a:fld>
            <a:endParaRPr lang="en-IN"/>
          </a:p>
        </p:txBody>
      </p:sp>
      <p:sp>
        <p:nvSpPr>
          <p:cNvPr id="4" name="Footer Placeholder 3">
            <a:extLst>
              <a:ext uri="{FF2B5EF4-FFF2-40B4-BE49-F238E27FC236}">
                <a16:creationId xmlns:a16="http://schemas.microsoft.com/office/drawing/2014/main" id="{DDAEC5D7-1646-C8A9-57B4-28314ECD36C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7112D99-30E9-D414-24B3-B6791FBDFA04}"/>
              </a:ext>
            </a:extLst>
          </p:cNvPr>
          <p:cNvSpPr>
            <a:spLocks noGrp="1"/>
          </p:cNvSpPr>
          <p:nvPr>
            <p:ph type="sldNum" sz="quarter" idx="12"/>
          </p:nvPr>
        </p:nvSpPr>
        <p:spPr/>
        <p:txBody>
          <a:bodyPr/>
          <a:lstStyle/>
          <a:p>
            <a:fld id="{9DC28BF2-44B2-4E13-80E6-54095C38B6E4}" type="slidenum">
              <a:rPr lang="en-IN" smtClean="0"/>
              <a:t>‹#›</a:t>
            </a:fld>
            <a:endParaRPr lang="en-IN"/>
          </a:p>
        </p:txBody>
      </p:sp>
    </p:spTree>
    <p:extLst>
      <p:ext uri="{BB962C8B-B14F-4D97-AF65-F5344CB8AC3E}">
        <p14:creationId xmlns:p14="http://schemas.microsoft.com/office/powerpoint/2010/main" val="2461126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92354D-FC12-1F8E-C171-1AB5F1C17C32}"/>
              </a:ext>
            </a:extLst>
          </p:cNvPr>
          <p:cNvSpPr>
            <a:spLocks noGrp="1"/>
          </p:cNvSpPr>
          <p:nvPr>
            <p:ph type="dt" sz="half" idx="10"/>
          </p:nvPr>
        </p:nvSpPr>
        <p:spPr/>
        <p:txBody>
          <a:bodyPr/>
          <a:lstStyle/>
          <a:p>
            <a:fld id="{C795A754-7988-4447-B443-6F10797A6865}" type="datetimeFigureOut">
              <a:rPr lang="en-IN" smtClean="0"/>
              <a:t>07-12-2023</a:t>
            </a:fld>
            <a:endParaRPr lang="en-IN"/>
          </a:p>
        </p:txBody>
      </p:sp>
      <p:sp>
        <p:nvSpPr>
          <p:cNvPr id="3" name="Footer Placeholder 2">
            <a:extLst>
              <a:ext uri="{FF2B5EF4-FFF2-40B4-BE49-F238E27FC236}">
                <a16:creationId xmlns:a16="http://schemas.microsoft.com/office/drawing/2014/main" id="{ABA0440C-AFA3-0D64-E977-6298F4FF97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920D25A-5AFF-49F3-350C-FE9B7C09B5EB}"/>
              </a:ext>
            </a:extLst>
          </p:cNvPr>
          <p:cNvSpPr>
            <a:spLocks noGrp="1"/>
          </p:cNvSpPr>
          <p:nvPr>
            <p:ph type="sldNum" sz="quarter" idx="12"/>
          </p:nvPr>
        </p:nvSpPr>
        <p:spPr/>
        <p:txBody>
          <a:bodyPr/>
          <a:lstStyle/>
          <a:p>
            <a:fld id="{9DC28BF2-44B2-4E13-80E6-54095C38B6E4}" type="slidenum">
              <a:rPr lang="en-IN" smtClean="0"/>
              <a:t>‹#›</a:t>
            </a:fld>
            <a:endParaRPr lang="en-IN"/>
          </a:p>
        </p:txBody>
      </p:sp>
    </p:spTree>
    <p:extLst>
      <p:ext uri="{BB962C8B-B14F-4D97-AF65-F5344CB8AC3E}">
        <p14:creationId xmlns:p14="http://schemas.microsoft.com/office/powerpoint/2010/main" val="85297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CE48A-693F-0825-FC72-9CBC05D51B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B4BFDAB-D831-ACE0-5242-D5FD284F14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DD4A53E-B3A8-323A-F61D-EEED06E155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AD2DB8-077A-F6FD-C5CF-B4D9313182C5}"/>
              </a:ext>
            </a:extLst>
          </p:cNvPr>
          <p:cNvSpPr>
            <a:spLocks noGrp="1"/>
          </p:cNvSpPr>
          <p:nvPr>
            <p:ph type="dt" sz="half" idx="10"/>
          </p:nvPr>
        </p:nvSpPr>
        <p:spPr/>
        <p:txBody>
          <a:bodyPr/>
          <a:lstStyle/>
          <a:p>
            <a:fld id="{C795A754-7988-4447-B443-6F10797A6865}" type="datetimeFigureOut">
              <a:rPr lang="en-IN" smtClean="0"/>
              <a:t>07-12-2023</a:t>
            </a:fld>
            <a:endParaRPr lang="en-IN"/>
          </a:p>
        </p:txBody>
      </p:sp>
      <p:sp>
        <p:nvSpPr>
          <p:cNvPr id="6" name="Footer Placeholder 5">
            <a:extLst>
              <a:ext uri="{FF2B5EF4-FFF2-40B4-BE49-F238E27FC236}">
                <a16:creationId xmlns:a16="http://schemas.microsoft.com/office/drawing/2014/main" id="{7E096508-7152-34D8-417C-59A69BA510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4554F3-7B77-E304-671A-6F13B0C0A790}"/>
              </a:ext>
            </a:extLst>
          </p:cNvPr>
          <p:cNvSpPr>
            <a:spLocks noGrp="1"/>
          </p:cNvSpPr>
          <p:nvPr>
            <p:ph type="sldNum" sz="quarter" idx="12"/>
          </p:nvPr>
        </p:nvSpPr>
        <p:spPr/>
        <p:txBody>
          <a:bodyPr/>
          <a:lstStyle/>
          <a:p>
            <a:fld id="{9DC28BF2-44B2-4E13-80E6-54095C38B6E4}" type="slidenum">
              <a:rPr lang="en-IN" smtClean="0"/>
              <a:t>‹#›</a:t>
            </a:fld>
            <a:endParaRPr lang="en-IN"/>
          </a:p>
        </p:txBody>
      </p:sp>
    </p:spTree>
    <p:extLst>
      <p:ext uri="{BB962C8B-B14F-4D97-AF65-F5344CB8AC3E}">
        <p14:creationId xmlns:p14="http://schemas.microsoft.com/office/powerpoint/2010/main" val="2710922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C1A18-8ED4-1334-A826-D26F498945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5694A8-13AC-58F9-8F92-A9CB97AAA1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63FE183-08F6-A557-25AF-3543440902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1F02E6-7CE2-EDBC-BFDE-8EFD47ACAE21}"/>
              </a:ext>
            </a:extLst>
          </p:cNvPr>
          <p:cNvSpPr>
            <a:spLocks noGrp="1"/>
          </p:cNvSpPr>
          <p:nvPr>
            <p:ph type="dt" sz="half" idx="10"/>
          </p:nvPr>
        </p:nvSpPr>
        <p:spPr/>
        <p:txBody>
          <a:bodyPr/>
          <a:lstStyle/>
          <a:p>
            <a:fld id="{C795A754-7988-4447-B443-6F10797A6865}" type="datetimeFigureOut">
              <a:rPr lang="en-IN" smtClean="0"/>
              <a:t>07-12-2023</a:t>
            </a:fld>
            <a:endParaRPr lang="en-IN"/>
          </a:p>
        </p:txBody>
      </p:sp>
      <p:sp>
        <p:nvSpPr>
          <p:cNvPr id="6" name="Footer Placeholder 5">
            <a:extLst>
              <a:ext uri="{FF2B5EF4-FFF2-40B4-BE49-F238E27FC236}">
                <a16:creationId xmlns:a16="http://schemas.microsoft.com/office/drawing/2014/main" id="{F0046CB0-663C-EDE8-22E1-EDBAAE91E5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AA86A2-0706-FD83-7A00-9031DEB0EC0A}"/>
              </a:ext>
            </a:extLst>
          </p:cNvPr>
          <p:cNvSpPr>
            <a:spLocks noGrp="1"/>
          </p:cNvSpPr>
          <p:nvPr>
            <p:ph type="sldNum" sz="quarter" idx="12"/>
          </p:nvPr>
        </p:nvSpPr>
        <p:spPr/>
        <p:txBody>
          <a:bodyPr/>
          <a:lstStyle/>
          <a:p>
            <a:fld id="{9DC28BF2-44B2-4E13-80E6-54095C38B6E4}" type="slidenum">
              <a:rPr lang="en-IN" smtClean="0"/>
              <a:t>‹#›</a:t>
            </a:fld>
            <a:endParaRPr lang="en-IN"/>
          </a:p>
        </p:txBody>
      </p:sp>
    </p:spTree>
    <p:extLst>
      <p:ext uri="{BB962C8B-B14F-4D97-AF65-F5344CB8AC3E}">
        <p14:creationId xmlns:p14="http://schemas.microsoft.com/office/powerpoint/2010/main" val="3554605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88494-155C-A6D8-3EF6-5BEE139AD1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AA38BD-85C8-49D4-5FE3-BC9A3C369F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7A6699-FB79-233D-DA96-95016EA4F4D9}"/>
              </a:ext>
            </a:extLst>
          </p:cNvPr>
          <p:cNvSpPr>
            <a:spLocks noGrp="1"/>
          </p:cNvSpPr>
          <p:nvPr>
            <p:ph type="dt" sz="half" idx="10"/>
          </p:nvPr>
        </p:nvSpPr>
        <p:spPr/>
        <p:txBody>
          <a:bodyPr/>
          <a:lstStyle/>
          <a:p>
            <a:fld id="{C795A754-7988-4447-B443-6F10797A6865}" type="datetimeFigureOut">
              <a:rPr lang="en-IN" smtClean="0"/>
              <a:t>07-12-2023</a:t>
            </a:fld>
            <a:endParaRPr lang="en-IN"/>
          </a:p>
        </p:txBody>
      </p:sp>
      <p:sp>
        <p:nvSpPr>
          <p:cNvPr id="5" name="Footer Placeholder 4">
            <a:extLst>
              <a:ext uri="{FF2B5EF4-FFF2-40B4-BE49-F238E27FC236}">
                <a16:creationId xmlns:a16="http://schemas.microsoft.com/office/drawing/2014/main" id="{98BA0767-2BB0-000E-D31C-6C995BE9EC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F4CCB4-C432-8075-E5E5-85F87D7D5866}"/>
              </a:ext>
            </a:extLst>
          </p:cNvPr>
          <p:cNvSpPr>
            <a:spLocks noGrp="1"/>
          </p:cNvSpPr>
          <p:nvPr>
            <p:ph type="sldNum" sz="quarter" idx="12"/>
          </p:nvPr>
        </p:nvSpPr>
        <p:spPr/>
        <p:txBody>
          <a:bodyPr/>
          <a:lstStyle/>
          <a:p>
            <a:fld id="{9DC28BF2-44B2-4E13-80E6-54095C38B6E4}" type="slidenum">
              <a:rPr lang="en-IN" smtClean="0"/>
              <a:t>‹#›</a:t>
            </a:fld>
            <a:endParaRPr lang="en-IN"/>
          </a:p>
        </p:txBody>
      </p:sp>
    </p:spTree>
    <p:extLst>
      <p:ext uri="{BB962C8B-B14F-4D97-AF65-F5344CB8AC3E}">
        <p14:creationId xmlns:p14="http://schemas.microsoft.com/office/powerpoint/2010/main" val="1053981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341BD1-78D7-525B-1B1C-97C15D2704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9918CF-C2B8-31CA-2352-4B5C84FA45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8E0004-30FA-7B17-9CC4-E1D6DB1C9AA1}"/>
              </a:ext>
            </a:extLst>
          </p:cNvPr>
          <p:cNvSpPr>
            <a:spLocks noGrp="1"/>
          </p:cNvSpPr>
          <p:nvPr>
            <p:ph type="dt" sz="half" idx="10"/>
          </p:nvPr>
        </p:nvSpPr>
        <p:spPr/>
        <p:txBody>
          <a:bodyPr/>
          <a:lstStyle/>
          <a:p>
            <a:fld id="{C795A754-7988-4447-B443-6F10797A6865}" type="datetimeFigureOut">
              <a:rPr lang="en-IN" smtClean="0"/>
              <a:t>07-12-2023</a:t>
            </a:fld>
            <a:endParaRPr lang="en-IN"/>
          </a:p>
        </p:txBody>
      </p:sp>
      <p:sp>
        <p:nvSpPr>
          <p:cNvPr id="5" name="Footer Placeholder 4">
            <a:extLst>
              <a:ext uri="{FF2B5EF4-FFF2-40B4-BE49-F238E27FC236}">
                <a16:creationId xmlns:a16="http://schemas.microsoft.com/office/drawing/2014/main" id="{BE4B2662-CA4A-CB9E-007B-A65A37E0AC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84C914-FB51-29DD-D532-B85D8E073212}"/>
              </a:ext>
            </a:extLst>
          </p:cNvPr>
          <p:cNvSpPr>
            <a:spLocks noGrp="1"/>
          </p:cNvSpPr>
          <p:nvPr>
            <p:ph type="sldNum" sz="quarter" idx="12"/>
          </p:nvPr>
        </p:nvSpPr>
        <p:spPr/>
        <p:txBody>
          <a:bodyPr/>
          <a:lstStyle/>
          <a:p>
            <a:fld id="{9DC28BF2-44B2-4E13-80E6-54095C38B6E4}" type="slidenum">
              <a:rPr lang="en-IN" smtClean="0"/>
              <a:t>‹#›</a:t>
            </a:fld>
            <a:endParaRPr lang="en-IN"/>
          </a:p>
        </p:txBody>
      </p:sp>
    </p:spTree>
    <p:extLst>
      <p:ext uri="{BB962C8B-B14F-4D97-AF65-F5344CB8AC3E}">
        <p14:creationId xmlns:p14="http://schemas.microsoft.com/office/powerpoint/2010/main" val="4172078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6158C1-AD14-1B16-D2B3-55F0D30514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25445D-40A0-FAEB-4F27-F6A5622C97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42FD0B-EA32-CF3D-ADB1-69E56FC239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95A754-7988-4447-B443-6F10797A6865}" type="datetimeFigureOut">
              <a:rPr lang="en-IN" smtClean="0"/>
              <a:t>07-12-2023</a:t>
            </a:fld>
            <a:endParaRPr lang="en-IN"/>
          </a:p>
        </p:txBody>
      </p:sp>
      <p:sp>
        <p:nvSpPr>
          <p:cNvPr id="5" name="Footer Placeholder 4">
            <a:extLst>
              <a:ext uri="{FF2B5EF4-FFF2-40B4-BE49-F238E27FC236}">
                <a16:creationId xmlns:a16="http://schemas.microsoft.com/office/drawing/2014/main" id="{46A75425-41CE-F06C-A4CA-FD8F844375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6ED019-69E1-3B05-EA6A-20BB0DC857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C28BF2-44B2-4E13-80E6-54095C38B6E4}" type="slidenum">
              <a:rPr lang="en-IN" smtClean="0"/>
              <a:t>‹#›</a:t>
            </a:fld>
            <a:endParaRPr lang="en-IN"/>
          </a:p>
        </p:txBody>
      </p:sp>
    </p:spTree>
    <p:extLst>
      <p:ext uri="{BB962C8B-B14F-4D97-AF65-F5344CB8AC3E}">
        <p14:creationId xmlns:p14="http://schemas.microsoft.com/office/powerpoint/2010/main" val="4238068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hyperlink" Target="https://www.eeeguide.com/wp-content/uploads/2018/07/Instruction-and-Data-Format-of-8085-1.jp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7D78D-D996-BFDE-9D17-92815D7ECBE9}"/>
              </a:ext>
            </a:extLst>
          </p:cNvPr>
          <p:cNvSpPr>
            <a:spLocks noGrp="1"/>
          </p:cNvSpPr>
          <p:nvPr>
            <p:ph type="ctrTitle"/>
          </p:nvPr>
        </p:nvSpPr>
        <p:spPr>
          <a:xfrm>
            <a:off x="1524000" y="2456753"/>
            <a:ext cx="9144000" cy="972247"/>
          </a:xfrm>
        </p:spPr>
        <p:txBody>
          <a:bodyPr>
            <a:normAutofit/>
          </a:bodyPr>
          <a:lstStyle/>
          <a:p>
            <a:r>
              <a:rPr lang="en-US" sz="4400" b="1" dirty="0">
                <a:effectLst/>
                <a:latin typeface="-apple-system"/>
                <a:ea typeface="Arial MT"/>
              </a:rPr>
              <a:t>Instruction Data Format and storage</a:t>
            </a:r>
            <a:endParaRPr lang="en-IN" sz="13800" b="1" dirty="0">
              <a:latin typeface="-apple-system"/>
            </a:endParaRPr>
          </a:p>
        </p:txBody>
      </p:sp>
    </p:spTree>
    <p:extLst>
      <p:ext uri="{BB962C8B-B14F-4D97-AF65-F5344CB8AC3E}">
        <p14:creationId xmlns:p14="http://schemas.microsoft.com/office/powerpoint/2010/main" val="1265366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AF2CD-CFAF-C938-3B3B-828CBA39DF4F}"/>
              </a:ext>
            </a:extLst>
          </p:cNvPr>
          <p:cNvSpPr>
            <a:spLocks noGrp="1"/>
          </p:cNvSpPr>
          <p:nvPr>
            <p:ph type="title"/>
          </p:nvPr>
        </p:nvSpPr>
        <p:spPr>
          <a:xfrm>
            <a:off x="838200" y="827462"/>
            <a:ext cx="10515600" cy="1325563"/>
          </a:xfrm>
        </p:spPr>
        <p:txBody>
          <a:bodyPr/>
          <a:lstStyle/>
          <a:p>
            <a:r>
              <a:rPr lang="en-IN" b="1" i="0" dirty="0">
                <a:solidFill>
                  <a:srgbClr val="000000"/>
                </a:solidFill>
                <a:effectLst/>
                <a:latin typeface="-apple-system"/>
              </a:rPr>
              <a:t>Instruction Format of 8085:</a:t>
            </a:r>
            <a:br>
              <a:rPr lang="en-IN" b="1" i="0" dirty="0">
                <a:effectLst/>
                <a:latin typeface="-apple-system"/>
              </a:rPr>
            </a:br>
            <a:endParaRPr lang="en-IN" dirty="0"/>
          </a:p>
        </p:txBody>
      </p:sp>
      <p:sp>
        <p:nvSpPr>
          <p:cNvPr id="3" name="Content Placeholder 2">
            <a:extLst>
              <a:ext uri="{FF2B5EF4-FFF2-40B4-BE49-F238E27FC236}">
                <a16:creationId xmlns:a16="http://schemas.microsoft.com/office/drawing/2014/main" id="{2B25B914-4EA6-1800-2FA3-6328F2BA3221}"/>
              </a:ext>
            </a:extLst>
          </p:cNvPr>
          <p:cNvSpPr>
            <a:spLocks noGrp="1"/>
          </p:cNvSpPr>
          <p:nvPr>
            <p:ph idx="1"/>
          </p:nvPr>
        </p:nvSpPr>
        <p:spPr/>
        <p:txBody>
          <a:bodyPr/>
          <a:lstStyle/>
          <a:p>
            <a:pPr algn="just"/>
            <a:r>
              <a:rPr lang="en-US" b="0" i="0" dirty="0">
                <a:solidFill>
                  <a:srgbClr val="3A3A3A"/>
                </a:solidFill>
                <a:effectLst/>
                <a:latin typeface="-apple-system"/>
              </a:rPr>
              <a:t>Each Instruction Format of 8085 and Data Format of 8085 microprocessor has specific information fields. These information fields of instructions are called </a:t>
            </a:r>
            <a:r>
              <a:rPr lang="en-US" b="1" i="0" dirty="0">
                <a:solidFill>
                  <a:srgbClr val="FF6600"/>
                </a:solidFill>
                <a:effectLst/>
                <a:latin typeface="-apple-system"/>
              </a:rPr>
              <a:t>elements of instruction</a:t>
            </a:r>
            <a:r>
              <a:rPr lang="en-US" b="0" i="0" dirty="0">
                <a:solidFill>
                  <a:srgbClr val="3A3A3A"/>
                </a:solidFill>
                <a:effectLst/>
                <a:latin typeface="-apple-system"/>
              </a:rPr>
              <a:t>.</a:t>
            </a:r>
          </a:p>
          <a:p>
            <a:pPr algn="just"/>
            <a:r>
              <a:rPr lang="en-US" b="1" i="0" dirty="0">
                <a:solidFill>
                  <a:srgbClr val="000000"/>
                </a:solidFill>
                <a:effectLst/>
                <a:latin typeface="-apple-system"/>
              </a:rPr>
              <a:t>Operation code :</a:t>
            </a:r>
            <a:r>
              <a:rPr lang="en-US" b="0" i="0" dirty="0">
                <a:solidFill>
                  <a:srgbClr val="000000"/>
                </a:solidFill>
                <a:effectLst/>
                <a:latin typeface="-apple-system"/>
              </a:rPr>
              <a:t> </a:t>
            </a:r>
            <a:r>
              <a:rPr lang="en-US" b="0" i="0" dirty="0">
                <a:solidFill>
                  <a:srgbClr val="3A3A3A"/>
                </a:solidFill>
                <a:effectLst/>
                <a:latin typeface="-apple-system"/>
              </a:rPr>
              <a:t>The operation code field in the instruction specifies the operation to be performed. The operation is specified by binary code, hence the name operation code or simply opcode. For example, for 8085 processor operation code for ADD B instruction is 80H.</a:t>
            </a:r>
          </a:p>
          <a:p>
            <a:endParaRPr lang="en-IN" dirty="0"/>
          </a:p>
        </p:txBody>
      </p:sp>
    </p:spTree>
    <p:extLst>
      <p:ext uri="{BB962C8B-B14F-4D97-AF65-F5344CB8AC3E}">
        <p14:creationId xmlns:p14="http://schemas.microsoft.com/office/powerpoint/2010/main" val="705356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694A-24B8-235B-B883-A71D5BE9E4FD}"/>
              </a:ext>
            </a:extLst>
          </p:cNvPr>
          <p:cNvSpPr>
            <a:spLocks noGrp="1"/>
          </p:cNvSpPr>
          <p:nvPr>
            <p:ph type="title"/>
          </p:nvPr>
        </p:nvSpPr>
        <p:spPr/>
        <p:txBody>
          <a:bodyPr/>
          <a:lstStyle/>
          <a:p>
            <a:r>
              <a:rPr lang="en-US" b="1" dirty="0"/>
              <a:t>Conti…</a:t>
            </a:r>
            <a:endParaRPr lang="en-IN" b="1" dirty="0"/>
          </a:p>
        </p:txBody>
      </p:sp>
      <p:sp>
        <p:nvSpPr>
          <p:cNvPr id="3" name="Content Placeholder 2">
            <a:extLst>
              <a:ext uri="{FF2B5EF4-FFF2-40B4-BE49-F238E27FC236}">
                <a16:creationId xmlns:a16="http://schemas.microsoft.com/office/drawing/2014/main" id="{CE11502E-F0E7-FBF4-E776-B8991B291A80}"/>
              </a:ext>
            </a:extLst>
          </p:cNvPr>
          <p:cNvSpPr>
            <a:spLocks noGrp="1"/>
          </p:cNvSpPr>
          <p:nvPr>
            <p:ph idx="1"/>
          </p:nvPr>
        </p:nvSpPr>
        <p:spPr>
          <a:xfrm>
            <a:off x="575353" y="1825625"/>
            <a:ext cx="11188557" cy="4351338"/>
          </a:xfrm>
        </p:spPr>
        <p:txBody>
          <a:bodyPr/>
          <a:lstStyle/>
          <a:p>
            <a:pPr algn="just"/>
            <a:r>
              <a:rPr lang="en-US" b="1" i="0" dirty="0">
                <a:solidFill>
                  <a:srgbClr val="000000"/>
                </a:solidFill>
                <a:effectLst/>
                <a:latin typeface="-apple-system"/>
              </a:rPr>
              <a:t> Source/destination operand:</a:t>
            </a:r>
            <a:r>
              <a:rPr lang="en-US" b="0" i="0" dirty="0">
                <a:solidFill>
                  <a:srgbClr val="3A3A3A"/>
                </a:solidFill>
                <a:effectLst/>
                <a:latin typeface="-apple-system"/>
              </a:rPr>
              <a:t> The source/destination operand field directly specifies the source/destination operand for the instruction. </a:t>
            </a:r>
          </a:p>
          <a:p>
            <a:pPr algn="just"/>
            <a:r>
              <a:rPr lang="en-US" b="0" i="0" dirty="0">
                <a:solidFill>
                  <a:srgbClr val="3A3A3A"/>
                </a:solidFill>
                <a:effectLst/>
                <a:latin typeface="-apple-system"/>
              </a:rPr>
              <a:t>In the Instruction Format of 8085, the instruction MOV A, B has B register contents as a source operand and A register contents as a destination operand because this instruction copies the contents of register B to register A.</a:t>
            </a:r>
          </a:p>
        </p:txBody>
      </p:sp>
    </p:spTree>
    <p:extLst>
      <p:ext uri="{BB962C8B-B14F-4D97-AF65-F5344CB8AC3E}">
        <p14:creationId xmlns:p14="http://schemas.microsoft.com/office/powerpoint/2010/main" val="2278126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39F-105D-14D2-D519-E9EB55FD50D5}"/>
              </a:ext>
            </a:extLst>
          </p:cNvPr>
          <p:cNvSpPr>
            <a:spLocks noGrp="1"/>
          </p:cNvSpPr>
          <p:nvPr>
            <p:ph type="title"/>
          </p:nvPr>
        </p:nvSpPr>
        <p:spPr/>
        <p:txBody>
          <a:bodyPr/>
          <a:lstStyle/>
          <a:p>
            <a:r>
              <a:rPr lang="en-US" b="1" dirty="0"/>
              <a:t>Conti…</a:t>
            </a:r>
            <a:endParaRPr lang="en-IN" dirty="0"/>
          </a:p>
        </p:txBody>
      </p:sp>
      <p:sp>
        <p:nvSpPr>
          <p:cNvPr id="3" name="Content Placeholder 2">
            <a:extLst>
              <a:ext uri="{FF2B5EF4-FFF2-40B4-BE49-F238E27FC236}">
                <a16:creationId xmlns:a16="http://schemas.microsoft.com/office/drawing/2014/main" id="{6DEE96AC-C9D6-E190-2532-2B9FCC6EAB67}"/>
              </a:ext>
            </a:extLst>
          </p:cNvPr>
          <p:cNvSpPr>
            <a:spLocks noGrp="1"/>
          </p:cNvSpPr>
          <p:nvPr>
            <p:ph idx="1"/>
          </p:nvPr>
        </p:nvSpPr>
        <p:spPr/>
        <p:txBody>
          <a:bodyPr/>
          <a:lstStyle/>
          <a:p>
            <a:pPr algn="just"/>
            <a:r>
              <a:rPr lang="en-US" b="1" i="0" dirty="0">
                <a:solidFill>
                  <a:srgbClr val="000000"/>
                </a:solidFill>
                <a:effectLst/>
                <a:latin typeface="-apple-system"/>
              </a:rPr>
              <a:t>Source operand address :</a:t>
            </a:r>
            <a:r>
              <a:rPr lang="en-US" b="0" i="0" dirty="0">
                <a:solidFill>
                  <a:srgbClr val="3A3A3A"/>
                </a:solidFill>
                <a:effectLst/>
                <a:latin typeface="-apple-system"/>
              </a:rPr>
              <a:t> We know that the operation specified by the instruction may require one or more operands. The source operand may be in the 8085 register or in the memory.</a:t>
            </a:r>
          </a:p>
          <a:p>
            <a:pPr algn="just"/>
            <a:r>
              <a:rPr lang="en-US" b="0" i="0" dirty="0">
                <a:solidFill>
                  <a:srgbClr val="3A3A3A"/>
                </a:solidFill>
                <a:effectLst/>
                <a:latin typeface="-apple-system"/>
              </a:rPr>
              <a:t> Many times the Instruction Format of 8085 specifies the address of the source operand so that operand(s) can be accessed and operated by the 8085 according to the instruction.</a:t>
            </a:r>
          </a:p>
          <a:p>
            <a:endParaRPr lang="en-IN" dirty="0"/>
          </a:p>
        </p:txBody>
      </p:sp>
    </p:spTree>
    <p:extLst>
      <p:ext uri="{BB962C8B-B14F-4D97-AF65-F5344CB8AC3E}">
        <p14:creationId xmlns:p14="http://schemas.microsoft.com/office/powerpoint/2010/main" val="3209231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1C903-9FD1-60E6-3901-B94E518CBC64}"/>
              </a:ext>
            </a:extLst>
          </p:cNvPr>
          <p:cNvSpPr>
            <a:spLocks noGrp="1"/>
          </p:cNvSpPr>
          <p:nvPr>
            <p:ph type="title"/>
          </p:nvPr>
        </p:nvSpPr>
        <p:spPr/>
        <p:txBody>
          <a:bodyPr/>
          <a:lstStyle/>
          <a:p>
            <a:r>
              <a:rPr lang="en-US" b="1" dirty="0"/>
              <a:t>Conti…</a:t>
            </a:r>
            <a:endParaRPr lang="en-IN" dirty="0"/>
          </a:p>
        </p:txBody>
      </p:sp>
      <p:sp>
        <p:nvSpPr>
          <p:cNvPr id="3" name="Content Placeholder 2">
            <a:extLst>
              <a:ext uri="{FF2B5EF4-FFF2-40B4-BE49-F238E27FC236}">
                <a16:creationId xmlns:a16="http://schemas.microsoft.com/office/drawing/2014/main" id="{D49D8F54-992E-742E-B490-69D189A1C460}"/>
              </a:ext>
            </a:extLst>
          </p:cNvPr>
          <p:cNvSpPr>
            <a:spLocks noGrp="1"/>
          </p:cNvSpPr>
          <p:nvPr>
            <p:ph idx="1"/>
          </p:nvPr>
        </p:nvSpPr>
        <p:spPr/>
        <p:txBody>
          <a:bodyPr/>
          <a:lstStyle/>
          <a:p>
            <a:pPr algn="just"/>
            <a:r>
              <a:rPr lang="en-US" b="1" i="0" dirty="0">
                <a:solidFill>
                  <a:srgbClr val="000000"/>
                </a:solidFill>
                <a:effectLst/>
                <a:latin typeface="-apple-system"/>
              </a:rPr>
              <a:t>Destination operand address :</a:t>
            </a:r>
            <a:r>
              <a:rPr lang="en-US" b="0" i="0" dirty="0">
                <a:solidFill>
                  <a:srgbClr val="3A3A3A"/>
                </a:solidFill>
                <a:effectLst/>
                <a:latin typeface="-apple-system"/>
              </a:rPr>
              <a:t> The operation executed by the 8085 may produce result. Most of the times the result is stored in one of the operand. Such operand is known as destination operand. </a:t>
            </a:r>
          </a:p>
          <a:p>
            <a:pPr algn="just"/>
            <a:r>
              <a:rPr lang="en-US" b="0" i="0" dirty="0">
                <a:solidFill>
                  <a:srgbClr val="3A3A3A"/>
                </a:solidFill>
                <a:effectLst/>
                <a:latin typeface="-apple-system"/>
              </a:rPr>
              <a:t>The Instruction and Data Format of 8085 which produce result specifies the destination operand address. </a:t>
            </a:r>
          </a:p>
          <a:p>
            <a:pPr algn="just"/>
            <a:r>
              <a:rPr lang="en-US" b="0" i="0" dirty="0">
                <a:solidFill>
                  <a:srgbClr val="3A3A3A"/>
                </a:solidFill>
                <a:effectLst/>
                <a:latin typeface="-apple-system"/>
              </a:rPr>
              <a:t>In 8085, the destination operand address for instruction INR M is given by HL register pair because INR M instruction increments the contents of memory location specified by HL register pair and stores the result in the same memory location.</a:t>
            </a:r>
          </a:p>
          <a:p>
            <a:endParaRPr lang="en-IN" dirty="0"/>
          </a:p>
        </p:txBody>
      </p:sp>
    </p:spTree>
    <p:extLst>
      <p:ext uri="{BB962C8B-B14F-4D97-AF65-F5344CB8AC3E}">
        <p14:creationId xmlns:p14="http://schemas.microsoft.com/office/powerpoint/2010/main" val="963561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50709-92E8-C831-D981-13E92883AD6B}"/>
              </a:ext>
            </a:extLst>
          </p:cNvPr>
          <p:cNvSpPr>
            <a:spLocks noGrp="1"/>
          </p:cNvSpPr>
          <p:nvPr>
            <p:ph type="title"/>
          </p:nvPr>
        </p:nvSpPr>
        <p:spPr/>
        <p:txBody>
          <a:bodyPr/>
          <a:lstStyle/>
          <a:p>
            <a:r>
              <a:rPr lang="en-US" b="1" dirty="0"/>
              <a:t>Conti…</a:t>
            </a:r>
            <a:endParaRPr lang="en-IN" dirty="0"/>
          </a:p>
        </p:txBody>
      </p:sp>
      <p:sp>
        <p:nvSpPr>
          <p:cNvPr id="3" name="Content Placeholder 2">
            <a:extLst>
              <a:ext uri="{FF2B5EF4-FFF2-40B4-BE49-F238E27FC236}">
                <a16:creationId xmlns:a16="http://schemas.microsoft.com/office/drawing/2014/main" id="{F7AC4911-1729-F7ED-853B-DB5D03E9806A}"/>
              </a:ext>
            </a:extLst>
          </p:cNvPr>
          <p:cNvSpPr>
            <a:spLocks noGrp="1"/>
          </p:cNvSpPr>
          <p:nvPr>
            <p:ph idx="1"/>
          </p:nvPr>
        </p:nvSpPr>
        <p:spPr/>
        <p:txBody>
          <a:bodyPr/>
          <a:lstStyle/>
          <a:p>
            <a:r>
              <a:rPr lang="en-US" b="1" i="0" dirty="0">
                <a:solidFill>
                  <a:srgbClr val="000000"/>
                </a:solidFill>
                <a:effectLst/>
                <a:latin typeface="-apple-system"/>
              </a:rPr>
              <a:t>Next instruction address :</a:t>
            </a:r>
            <a:r>
              <a:rPr lang="en-US" b="0" i="0" dirty="0">
                <a:solidFill>
                  <a:srgbClr val="3A3A3A"/>
                </a:solidFill>
                <a:effectLst/>
                <a:latin typeface="-apple-system"/>
              </a:rPr>
              <a:t> The next instruction address tells the 8085 from where to fetch the next instruction after completion of execution of current instruction. For BRANCH instructions the address of the next instruction is specified within the instruction. However, for other instructions, the next instruction to be fetched immediately follows the current instruction. For example, in 8085, instruction after INR B follows it. The instruction JMP 2000H specifies the next instruction address as 2000H.</a:t>
            </a:r>
          </a:p>
          <a:p>
            <a:endParaRPr lang="en-IN" dirty="0"/>
          </a:p>
        </p:txBody>
      </p:sp>
    </p:spTree>
    <p:extLst>
      <p:ext uri="{BB962C8B-B14F-4D97-AF65-F5344CB8AC3E}">
        <p14:creationId xmlns:p14="http://schemas.microsoft.com/office/powerpoint/2010/main" val="3644796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33BC3-4790-7995-0C87-CFE1EEBB5FE7}"/>
              </a:ext>
            </a:extLst>
          </p:cNvPr>
          <p:cNvSpPr>
            <a:spLocks noGrp="1"/>
          </p:cNvSpPr>
          <p:nvPr>
            <p:ph type="title"/>
          </p:nvPr>
        </p:nvSpPr>
        <p:spPr>
          <a:xfrm>
            <a:off x="838200" y="809776"/>
            <a:ext cx="10515600" cy="1325563"/>
          </a:xfrm>
        </p:spPr>
        <p:txBody>
          <a:bodyPr/>
          <a:lstStyle/>
          <a:p>
            <a:r>
              <a:rPr lang="en-IN" b="1" i="0" dirty="0">
                <a:solidFill>
                  <a:srgbClr val="000000"/>
                </a:solidFill>
                <a:effectLst/>
                <a:latin typeface="-apple-system"/>
              </a:rPr>
              <a:t>Instruction Formats:</a:t>
            </a:r>
            <a:br>
              <a:rPr lang="en-IN" b="1" i="0" dirty="0">
                <a:effectLst/>
                <a:latin typeface="-apple-system"/>
              </a:rPr>
            </a:br>
            <a:endParaRPr lang="en-IN" dirty="0"/>
          </a:p>
        </p:txBody>
      </p:sp>
      <p:sp>
        <p:nvSpPr>
          <p:cNvPr id="3" name="Content Placeholder 2">
            <a:extLst>
              <a:ext uri="{FF2B5EF4-FFF2-40B4-BE49-F238E27FC236}">
                <a16:creationId xmlns:a16="http://schemas.microsoft.com/office/drawing/2014/main" id="{22FE41AF-FBD7-1E52-25BC-DF43C89F5A50}"/>
              </a:ext>
            </a:extLst>
          </p:cNvPr>
          <p:cNvSpPr>
            <a:spLocks noGrp="1"/>
          </p:cNvSpPr>
          <p:nvPr>
            <p:ph idx="1"/>
          </p:nvPr>
        </p:nvSpPr>
        <p:spPr/>
        <p:txBody>
          <a:bodyPr>
            <a:normAutofit fontScale="92500" lnSpcReduction="10000"/>
          </a:bodyPr>
          <a:lstStyle/>
          <a:p>
            <a:r>
              <a:rPr lang="en-US" b="0" i="0" dirty="0">
                <a:solidFill>
                  <a:srgbClr val="3A3A3A"/>
                </a:solidFill>
                <a:effectLst/>
                <a:latin typeface="-apple-system"/>
              </a:rPr>
              <a:t>The Instruction Format of 8085 set consists of one, two, and three-byte instructions. The first byte is always the opcode; in two-byte instructions, the second byte is usually data; in three-byte instructions the last two bytes present address or 16-bit data.</a:t>
            </a:r>
          </a:p>
          <a:p>
            <a:r>
              <a:rPr lang="en-IN" b="1" i="0" dirty="0">
                <a:solidFill>
                  <a:srgbClr val="000000"/>
                </a:solidFill>
                <a:effectLst/>
                <a:latin typeface="-apple-system"/>
              </a:rPr>
              <a:t>1. One byte instruction :</a:t>
            </a:r>
          </a:p>
          <a:p>
            <a:endParaRPr lang="en-IN" b="1" dirty="0">
              <a:solidFill>
                <a:srgbClr val="000000"/>
              </a:solidFill>
              <a:latin typeface="-apple-system"/>
            </a:endParaRPr>
          </a:p>
          <a:p>
            <a:endParaRPr lang="en-IN" b="1" i="0" dirty="0">
              <a:solidFill>
                <a:srgbClr val="000000"/>
              </a:solidFill>
              <a:effectLst/>
              <a:latin typeface="-apple-system"/>
            </a:endParaRPr>
          </a:p>
          <a:p>
            <a:endParaRPr lang="en-IN" b="1" dirty="0">
              <a:solidFill>
                <a:srgbClr val="000000"/>
              </a:solidFill>
              <a:latin typeface="-apple-system"/>
            </a:endParaRPr>
          </a:p>
          <a:p>
            <a:r>
              <a:rPr lang="en-US" b="0" i="0" dirty="0">
                <a:solidFill>
                  <a:srgbClr val="3A3A3A"/>
                </a:solidFill>
                <a:effectLst/>
                <a:latin typeface="-apple-system"/>
              </a:rPr>
              <a:t>For Example : MOV A, B whose opcode is 78H which is one byte. This Instruction and Data Format of 8085 copies the contents of B register in A register.</a:t>
            </a:r>
            <a:endParaRPr lang="en-IN" b="1" i="0" dirty="0">
              <a:effectLst/>
              <a:latin typeface="-apple-system"/>
            </a:endParaRPr>
          </a:p>
          <a:p>
            <a:endParaRPr lang="en-IN" dirty="0"/>
          </a:p>
        </p:txBody>
      </p:sp>
      <p:pic>
        <p:nvPicPr>
          <p:cNvPr id="5" name="Picture 4">
            <a:extLst>
              <a:ext uri="{FF2B5EF4-FFF2-40B4-BE49-F238E27FC236}">
                <a16:creationId xmlns:a16="http://schemas.microsoft.com/office/drawing/2014/main" id="{95893F91-D444-8D7A-46BA-0FA05A3593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2650" y="3770616"/>
            <a:ext cx="6333571" cy="914400"/>
          </a:xfrm>
          <a:prstGeom prst="rect">
            <a:avLst/>
          </a:prstGeom>
        </p:spPr>
      </p:pic>
    </p:spTree>
    <p:extLst>
      <p:ext uri="{BB962C8B-B14F-4D97-AF65-F5344CB8AC3E}">
        <p14:creationId xmlns:p14="http://schemas.microsoft.com/office/powerpoint/2010/main" val="600790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E73B-0865-B86C-FCFB-2E23651D6460}"/>
              </a:ext>
            </a:extLst>
          </p:cNvPr>
          <p:cNvSpPr>
            <a:spLocks noGrp="1"/>
          </p:cNvSpPr>
          <p:nvPr>
            <p:ph type="title"/>
          </p:nvPr>
        </p:nvSpPr>
        <p:spPr/>
        <p:txBody>
          <a:bodyPr/>
          <a:lstStyle/>
          <a:p>
            <a:r>
              <a:rPr lang="en-US" b="1" dirty="0"/>
              <a:t>Conti…</a:t>
            </a:r>
            <a:endParaRPr lang="en-IN" b="1" dirty="0"/>
          </a:p>
        </p:txBody>
      </p:sp>
      <p:sp>
        <p:nvSpPr>
          <p:cNvPr id="3" name="Content Placeholder 2">
            <a:extLst>
              <a:ext uri="{FF2B5EF4-FFF2-40B4-BE49-F238E27FC236}">
                <a16:creationId xmlns:a16="http://schemas.microsoft.com/office/drawing/2014/main" id="{C656F325-A727-80DF-4E5C-23134E7DBF9D}"/>
              </a:ext>
            </a:extLst>
          </p:cNvPr>
          <p:cNvSpPr>
            <a:spLocks noGrp="1"/>
          </p:cNvSpPr>
          <p:nvPr>
            <p:ph idx="1"/>
          </p:nvPr>
        </p:nvSpPr>
        <p:spPr/>
        <p:txBody>
          <a:bodyPr/>
          <a:lstStyle/>
          <a:p>
            <a:pPr algn="just" fontAlgn="base"/>
            <a:r>
              <a:rPr lang="en-IN" b="1" i="0" dirty="0">
                <a:solidFill>
                  <a:srgbClr val="000000"/>
                </a:solidFill>
                <a:effectLst/>
                <a:latin typeface="-apple-system"/>
              </a:rPr>
              <a:t>2. Two byte instruction :</a:t>
            </a:r>
          </a:p>
          <a:p>
            <a:pPr algn="just" fontAlgn="base"/>
            <a:endParaRPr lang="en-IN" b="1" dirty="0">
              <a:solidFill>
                <a:srgbClr val="000000"/>
              </a:solidFill>
              <a:latin typeface="-apple-system"/>
            </a:endParaRPr>
          </a:p>
          <a:p>
            <a:pPr algn="just" fontAlgn="base"/>
            <a:endParaRPr lang="en-IN" b="1" i="0" dirty="0">
              <a:solidFill>
                <a:srgbClr val="000000"/>
              </a:solidFill>
              <a:effectLst/>
              <a:latin typeface="-apple-system"/>
            </a:endParaRPr>
          </a:p>
          <a:p>
            <a:pPr algn="just" fontAlgn="base"/>
            <a:endParaRPr lang="en-IN" b="1" dirty="0">
              <a:solidFill>
                <a:srgbClr val="000000"/>
              </a:solidFill>
              <a:latin typeface="-apple-system"/>
            </a:endParaRPr>
          </a:p>
          <a:p>
            <a:pPr algn="just" fontAlgn="base"/>
            <a:r>
              <a:rPr lang="en-US" b="0" i="0" dirty="0">
                <a:solidFill>
                  <a:srgbClr val="3A3A3A"/>
                </a:solidFill>
                <a:effectLst/>
                <a:latin typeface="-apple-system"/>
              </a:rPr>
              <a:t>For Example : MVI B, 02H. The opcode for this instruction is 06H and is always followed by a byte data (02H in this case). This instruction is a two byte instruction which copies immediate data into B register.</a:t>
            </a:r>
            <a:endParaRPr lang="en-IN" b="1" i="0" dirty="0">
              <a:effectLst/>
              <a:latin typeface="-apple-system"/>
            </a:endParaRPr>
          </a:p>
          <a:p>
            <a:pPr marL="0" indent="0">
              <a:buNone/>
            </a:pPr>
            <a:br>
              <a:rPr lang="en-IN" b="0" i="0" u="none" strike="noStrike" dirty="0">
                <a:solidFill>
                  <a:srgbClr val="0061FF"/>
                </a:solidFill>
                <a:effectLst/>
                <a:latin typeface="-apple-system"/>
                <a:hlinkClick r:id="rId2"/>
              </a:rPr>
            </a:br>
            <a:endParaRPr lang="en-IN" dirty="0"/>
          </a:p>
        </p:txBody>
      </p:sp>
      <p:pic>
        <p:nvPicPr>
          <p:cNvPr id="5" name="Picture 4">
            <a:extLst>
              <a:ext uri="{FF2B5EF4-FFF2-40B4-BE49-F238E27FC236}">
                <a16:creationId xmlns:a16="http://schemas.microsoft.com/office/drawing/2014/main" id="{D5C58CCC-CF88-F519-308F-58D6CF98C1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7899" y="2480567"/>
            <a:ext cx="5676201" cy="1166760"/>
          </a:xfrm>
          <a:prstGeom prst="rect">
            <a:avLst/>
          </a:prstGeom>
        </p:spPr>
      </p:pic>
    </p:spTree>
    <p:extLst>
      <p:ext uri="{BB962C8B-B14F-4D97-AF65-F5344CB8AC3E}">
        <p14:creationId xmlns:p14="http://schemas.microsoft.com/office/powerpoint/2010/main" val="854973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FE844-D270-5EBD-CF88-C3445F929BF2}"/>
              </a:ext>
            </a:extLst>
          </p:cNvPr>
          <p:cNvSpPr>
            <a:spLocks noGrp="1"/>
          </p:cNvSpPr>
          <p:nvPr>
            <p:ph type="title"/>
          </p:nvPr>
        </p:nvSpPr>
        <p:spPr>
          <a:xfrm>
            <a:off x="838200" y="681037"/>
            <a:ext cx="10515600" cy="1325563"/>
          </a:xfrm>
        </p:spPr>
        <p:txBody>
          <a:bodyPr/>
          <a:lstStyle/>
          <a:p>
            <a:r>
              <a:rPr lang="en-IN" b="1" i="0" dirty="0">
                <a:solidFill>
                  <a:srgbClr val="000000"/>
                </a:solidFill>
                <a:effectLst/>
                <a:latin typeface="-apple-system"/>
              </a:rPr>
              <a:t>3. Three byte instruction :</a:t>
            </a:r>
            <a:br>
              <a:rPr lang="en-IN" b="1" i="0" dirty="0">
                <a:effectLst/>
                <a:latin typeface="-apple-system"/>
              </a:rPr>
            </a:br>
            <a:endParaRPr lang="en-IN" dirty="0"/>
          </a:p>
        </p:txBody>
      </p:sp>
      <p:sp>
        <p:nvSpPr>
          <p:cNvPr id="3" name="Content Placeholder 2">
            <a:extLst>
              <a:ext uri="{FF2B5EF4-FFF2-40B4-BE49-F238E27FC236}">
                <a16:creationId xmlns:a16="http://schemas.microsoft.com/office/drawing/2014/main" id="{00915B98-BA2F-5057-329C-BD8A2A68713D}"/>
              </a:ext>
            </a:extLst>
          </p:cNvPr>
          <p:cNvSpPr>
            <a:spLocks noGrp="1"/>
          </p:cNvSpPr>
          <p:nvPr>
            <p:ph idx="1"/>
          </p:nvPr>
        </p:nvSpPr>
        <p:spPr/>
        <p:txBody>
          <a:bodyPr/>
          <a:lstStyle/>
          <a:p>
            <a:pPr algn="just" fontAlgn="base"/>
            <a:r>
              <a:rPr lang="en-US" b="0" i="0" dirty="0">
                <a:solidFill>
                  <a:srgbClr val="3A3A3A"/>
                </a:solidFill>
                <a:effectLst/>
                <a:latin typeface="-apple-system"/>
              </a:rPr>
              <a:t>For Example : JMP 6200H. The opcode for this instruction is C3H and is always followed by 16 bit address (6200H in this case). This instruction is a three byte instruction which loads 16 bit address into program counter.</a:t>
            </a:r>
          </a:p>
          <a:p>
            <a:pPr marL="0" indent="0">
              <a:buNone/>
            </a:pPr>
            <a:endParaRPr lang="en-IN" dirty="0"/>
          </a:p>
        </p:txBody>
      </p:sp>
      <p:pic>
        <p:nvPicPr>
          <p:cNvPr id="11" name="Picture 10">
            <a:extLst>
              <a:ext uri="{FF2B5EF4-FFF2-40B4-BE49-F238E27FC236}">
                <a16:creationId xmlns:a16="http://schemas.microsoft.com/office/drawing/2014/main" id="{A5AAE439-A4CB-8050-C881-6359DBADF3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0458" y="3895991"/>
            <a:ext cx="6555073" cy="1302731"/>
          </a:xfrm>
          <a:prstGeom prst="rect">
            <a:avLst/>
          </a:prstGeom>
        </p:spPr>
      </p:pic>
    </p:spTree>
    <p:extLst>
      <p:ext uri="{BB962C8B-B14F-4D97-AF65-F5344CB8AC3E}">
        <p14:creationId xmlns:p14="http://schemas.microsoft.com/office/powerpoint/2010/main" val="2347729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9E5AB-938F-8FD7-4638-ED9E90C7569D}"/>
              </a:ext>
            </a:extLst>
          </p:cNvPr>
          <p:cNvSpPr>
            <a:spLocks noGrp="1"/>
          </p:cNvSpPr>
          <p:nvPr>
            <p:ph type="title"/>
          </p:nvPr>
        </p:nvSpPr>
        <p:spPr/>
        <p:txBody>
          <a:bodyPr/>
          <a:lstStyle/>
          <a:p>
            <a:r>
              <a:rPr lang="en-IN" b="1" i="0" dirty="0">
                <a:solidFill>
                  <a:srgbClr val="000000"/>
                </a:solidFill>
                <a:effectLst/>
                <a:latin typeface="-apple-system"/>
              </a:rPr>
              <a:t>Opcode Format of 8085:</a:t>
            </a:r>
            <a:br>
              <a:rPr lang="en-IN" b="1" i="0" dirty="0">
                <a:effectLst/>
                <a:latin typeface="-apple-system"/>
              </a:rPr>
            </a:br>
            <a:endParaRPr lang="en-IN" dirty="0"/>
          </a:p>
        </p:txBody>
      </p:sp>
      <p:sp>
        <p:nvSpPr>
          <p:cNvPr id="3" name="Content Placeholder 2">
            <a:extLst>
              <a:ext uri="{FF2B5EF4-FFF2-40B4-BE49-F238E27FC236}">
                <a16:creationId xmlns:a16="http://schemas.microsoft.com/office/drawing/2014/main" id="{8B452401-9455-1026-6C1D-2E80A906DF7F}"/>
              </a:ext>
            </a:extLst>
          </p:cNvPr>
          <p:cNvSpPr>
            <a:spLocks noGrp="1"/>
          </p:cNvSpPr>
          <p:nvPr>
            <p:ph idx="1"/>
          </p:nvPr>
        </p:nvSpPr>
        <p:spPr>
          <a:xfrm>
            <a:off x="838200" y="1438382"/>
            <a:ext cx="5336569" cy="4738581"/>
          </a:xfrm>
        </p:spPr>
        <p:txBody>
          <a:bodyPr>
            <a:normAutofit lnSpcReduction="10000"/>
          </a:bodyPr>
          <a:lstStyle/>
          <a:p>
            <a:pPr algn="just"/>
            <a:r>
              <a:rPr lang="en-US" b="0" i="0" dirty="0">
                <a:solidFill>
                  <a:srgbClr val="3A3A3A"/>
                </a:solidFill>
                <a:effectLst/>
                <a:latin typeface="-apple-system"/>
              </a:rPr>
              <a:t>The 8085A microprocessor has 8-bit opcodes. The opcode is unique for each Instruction and Data Format of 8085 and contains the information about the operation, register to be used, memory to be used, etc. </a:t>
            </a:r>
          </a:p>
          <a:p>
            <a:pPr algn="just"/>
            <a:r>
              <a:rPr lang="en-US" b="0" i="0" dirty="0">
                <a:solidFill>
                  <a:srgbClr val="3A3A3A"/>
                </a:solidFill>
                <a:effectLst/>
                <a:latin typeface="-apple-system"/>
              </a:rPr>
              <a:t>The 8085A identifies all operations, registers and flags with a specific code. For example, all internal registers are identified as shown in the Tables 2.1(a) and 2.2(b).</a:t>
            </a:r>
            <a:endParaRPr lang="en-IN" dirty="0"/>
          </a:p>
        </p:txBody>
      </p:sp>
      <p:pic>
        <p:nvPicPr>
          <p:cNvPr id="5" name="Picture 4">
            <a:extLst>
              <a:ext uri="{FF2B5EF4-FFF2-40B4-BE49-F238E27FC236}">
                <a16:creationId xmlns:a16="http://schemas.microsoft.com/office/drawing/2014/main" id="{2EB0FBBC-9643-0ADA-4D49-F8CD4B4D8D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4638" y="1438382"/>
            <a:ext cx="5234617" cy="4602822"/>
          </a:xfrm>
          <a:prstGeom prst="rect">
            <a:avLst/>
          </a:prstGeom>
        </p:spPr>
      </p:pic>
    </p:spTree>
    <p:extLst>
      <p:ext uri="{BB962C8B-B14F-4D97-AF65-F5344CB8AC3E}">
        <p14:creationId xmlns:p14="http://schemas.microsoft.com/office/powerpoint/2010/main" val="2773332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4E4676-1123-5289-E959-F85C05DFF4E9}"/>
              </a:ext>
            </a:extLst>
          </p:cNvPr>
          <p:cNvSpPr>
            <a:spLocks noGrp="1"/>
          </p:cNvSpPr>
          <p:nvPr>
            <p:ph idx="1"/>
          </p:nvPr>
        </p:nvSpPr>
        <p:spPr>
          <a:xfrm>
            <a:off x="838200" y="667820"/>
            <a:ext cx="10515600" cy="5509143"/>
          </a:xfrm>
        </p:spPr>
        <p:txBody>
          <a:bodyPr/>
          <a:lstStyle/>
          <a:p>
            <a:r>
              <a:rPr lang="en-US" b="0" i="0" dirty="0">
                <a:solidFill>
                  <a:srgbClr val="3A3A3A"/>
                </a:solidFill>
                <a:effectLst/>
                <a:latin typeface="-apple-system"/>
              </a:rPr>
              <a:t>Similarly, there are different codes for each opera are identified as follows :</a:t>
            </a:r>
            <a:endParaRPr lang="en-IN" dirty="0"/>
          </a:p>
        </p:txBody>
      </p:sp>
      <p:pic>
        <p:nvPicPr>
          <p:cNvPr id="5" name="Picture 4">
            <a:extLst>
              <a:ext uri="{FF2B5EF4-FFF2-40B4-BE49-F238E27FC236}">
                <a16:creationId xmlns:a16="http://schemas.microsoft.com/office/drawing/2014/main" id="{C80482EA-82A2-7000-583F-286B7CFD6A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9609" y="1623317"/>
            <a:ext cx="9955658" cy="2712378"/>
          </a:xfrm>
          <a:prstGeom prst="rect">
            <a:avLst/>
          </a:prstGeom>
        </p:spPr>
      </p:pic>
      <p:sp>
        <p:nvSpPr>
          <p:cNvPr id="7" name="TextBox 6">
            <a:extLst>
              <a:ext uri="{FF2B5EF4-FFF2-40B4-BE49-F238E27FC236}">
                <a16:creationId xmlns:a16="http://schemas.microsoft.com/office/drawing/2014/main" id="{17A73952-3676-F091-ECD5-D49F6C90FB8A}"/>
              </a:ext>
            </a:extLst>
          </p:cNvPr>
          <p:cNvSpPr txBox="1"/>
          <p:nvPr/>
        </p:nvSpPr>
        <p:spPr>
          <a:xfrm>
            <a:off x="1109609" y="4762542"/>
            <a:ext cx="9955658" cy="646331"/>
          </a:xfrm>
          <a:prstGeom prst="rect">
            <a:avLst/>
          </a:prstGeom>
          <a:noFill/>
        </p:spPr>
        <p:txBody>
          <a:bodyPr wrap="square">
            <a:spAutoFit/>
          </a:bodyPr>
          <a:lstStyle/>
          <a:p>
            <a:r>
              <a:rPr lang="en-US" b="1" i="0" dirty="0">
                <a:solidFill>
                  <a:srgbClr val="000000"/>
                </a:solidFill>
                <a:effectLst/>
                <a:latin typeface="-apple-system"/>
              </a:rPr>
              <a:t>Note :</a:t>
            </a:r>
            <a:r>
              <a:rPr lang="en-US" b="0" i="0" dirty="0">
                <a:solidFill>
                  <a:srgbClr val="000000"/>
                </a:solidFill>
                <a:effectLst/>
                <a:latin typeface="-apple-system"/>
              </a:rPr>
              <a:t> </a:t>
            </a:r>
            <a:r>
              <a:rPr lang="en-US" b="0" i="0" dirty="0">
                <a:solidFill>
                  <a:srgbClr val="3A3A3A"/>
                </a:solidFill>
                <a:effectLst/>
                <a:latin typeface="-apple-system"/>
              </a:rPr>
              <a:t>DDD defines the destination register, SSS defines the source register and DD defines the register pair.</a:t>
            </a:r>
            <a:endParaRPr lang="en-IN" dirty="0"/>
          </a:p>
        </p:txBody>
      </p:sp>
    </p:spTree>
    <p:extLst>
      <p:ext uri="{BB962C8B-B14F-4D97-AF65-F5344CB8AC3E}">
        <p14:creationId xmlns:p14="http://schemas.microsoft.com/office/powerpoint/2010/main" val="1193893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9671B-0450-F80F-97F1-8CFE18C5AD00}"/>
              </a:ext>
            </a:extLst>
          </p:cNvPr>
          <p:cNvSpPr>
            <a:spLocks noGrp="1"/>
          </p:cNvSpPr>
          <p:nvPr>
            <p:ph type="title"/>
          </p:nvPr>
        </p:nvSpPr>
        <p:spPr/>
        <p:txBody>
          <a:bodyPr/>
          <a:lstStyle/>
          <a:p>
            <a:r>
              <a:rPr lang="en-IN" b="1" i="0" dirty="0">
                <a:solidFill>
                  <a:srgbClr val="000000"/>
                </a:solidFill>
                <a:effectLst/>
                <a:latin typeface="-apple-system"/>
              </a:rPr>
              <a:t>Data Format of 8085 Microprocessor:</a:t>
            </a:r>
            <a:br>
              <a:rPr lang="en-IN" b="1" i="0" dirty="0">
                <a:effectLst/>
                <a:latin typeface="-apple-system"/>
              </a:rPr>
            </a:br>
            <a:endParaRPr lang="en-IN" dirty="0"/>
          </a:p>
        </p:txBody>
      </p:sp>
      <p:sp>
        <p:nvSpPr>
          <p:cNvPr id="3" name="Content Placeholder 2">
            <a:extLst>
              <a:ext uri="{FF2B5EF4-FFF2-40B4-BE49-F238E27FC236}">
                <a16:creationId xmlns:a16="http://schemas.microsoft.com/office/drawing/2014/main" id="{F38DACE7-48FE-74D7-81EB-61CFB605CFBF}"/>
              </a:ext>
            </a:extLst>
          </p:cNvPr>
          <p:cNvSpPr>
            <a:spLocks noGrp="1"/>
          </p:cNvSpPr>
          <p:nvPr>
            <p:ph idx="1"/>
          </p:nvPr>
        </p:nvSpPr>
        <p:spPr/>
        <p:txBody>
          <a:bodyPr/>
          <a:lstStyle/>
          <a:p>
            <a:pPr algn="just" fontAlgn="base"/>
            <a:r>
              <a:rPr lang="en-US" b="0" i="0" dirty="0">
                <a:solidFill>
                  <a:srgbClr val="3A3A3A"/>
                </a:solidFill>
                <a:effectLst/>
                <a:latin typeface="-apple-system"/>
              </a:rPr>
              <a:t>The operand is an another name for data. It may appear in different forms :</a:t>
            </a:r>
          </a:p>
          <a:p>
            <a:pPr algn="just" fontAlgn="base">
              <a:buFont typeface="Arial" panose="020B0604020202020204" pitchFamily="34" charset="0"/>
              <a:buChar char="•"/>
            </a:pPr>
            <a:r>
              <a:rPr lang="en-US" b="1" i="0" dirty="0">
                <a:solidFill>
                  <a:srgbClr val="000000"/>
                </a:solidFill>
                <a:effectLst/>
                <a:latin typeface="-apple-system"/>
              </a:rPr>
              <a:t>Addresses</a:t>
            </a:r>
            <a:endParaRPr lang="en-US" b="0" i="0" dirty="0">
              <a:solidFill>
                <a:srgbClr val="3A3A3A"/>
              </a:solidFill>
              <a:effectLst/>
              <a:latin typeface="-apple-system"/>
            </a:endParaRPr>
          </a:p>
          <a:p>
            <a:pPr algn="just" fontAlgn="base">
              <a:buFont typeface="Arial" panose="020B0604020202020204" pitchFamily="34" charset="0"/>
              <a:buChar char="•"/>
            </a:pPr>
            <a:r>
              <a:rPr lang="en-US" b="1" i="0" dirty="0">
                <a:solidFill>
                  <a:srgbClr val="000000"/>
                </a:solidFill>
                <a:effectLst/>
                <a:latin typeface="-apple-system"/>
              </a:rPr>
              <a:t>Numbers/Logical data and</a:t>
            </a:r>
            <a:endParaRPr lang="en-US" b="0" i="0" dirty="0">
              <a:solidFill>
                <a:srgbClr val="3A3A3A"/>
              </a:solidFill>
              <a:effectLst/>
              <a:latin typeface="-apple-system"/>
            </a:endParaRPr>
          </a:p>
          <a:p>
            <a:pPr algn="just" fontAlgn="base">
              <a:buFont typeface="Arial" panose="020B0604020202020204" pitchFamily="34" charset="0"/>
              <a:buChar char="•"/>
            </a:pPr>
            <a:r>
              <a:rPr lang="en-US" b="1" i="0" dirty="0">
                <a:solidFill>
                  <a:srgbClr val="000000"/>
                </a:solidFill>
                <a:effectLst/>
                <a:latin typeface="-apple-system"/>
              </a:rPr>
              <a:t>Characters</a:t>
            </a:r>
            <a:endParaRPr lang="en-US" b="0" i="0" dirty="0">
              <a:solidFill>
                <a:srgbClr val="3A3A3A"/>
              </a:solidFill>
              <a:effectLst/>
              <a:latin typeface="-apple-system"/>
            </a:endParaRPr>
          </a:p>
          <a:p>
            <a:pPr algn="just" fontAlgn="base"/>
            <a:r>
              <a:rPr lang="en-US" b="1" i="0" dirty="0">
                <a:solidFill>
                  <a:srgbClr val="000000"/>
                </a:solidFill>
                <a:effectLst/>
                <a:latin typeface="-apple-system"/>
              </a:rPr>
              <a:t>Addresses :</a:t>
            </a:r>
            <a:r>
              <a:rPr lang="en-US" b="0" i="0" dirty="0">
                <a:solidFill>
                  <a:srgbClr val="3A3A3A"/>
                </a:solidFill>
                <a:effectLst/>
                <a:latin typeface="-apple-system"/>
              </a:rPr>
              <a:t> The address is a 16-bit unsigned integer ,number used to refer a memory location.</a:t>
            </a:r>
          </a:p>
          <a:p>
            <a:pPr algn="just" fontAlgn="base"/>
            <a:r>
              <a:rPr lang="en-US" b="1" i="0" dirty="0">
                <a:solidFill>
                  <a:srgbClr val="000000"/>
                </a:solidFill>
                <a:effectLst/>
                <a:latin typeface="-apple-system"/>
              </a:rPr>
              <a:t>Numbers/Data :</a:t>
            </a:r>
            <a:r>
              <a:rPr lang="en-US" b="0" i="0" dirty="0">
                <a:solidFill>
                  <a:srgbClr val="3A3A3A"/>
                </a:solidFill>
                <a:effectLst/>
                <a:latin typeface="-apple-system"/>
              </a:rPr>
              <a:t> The 8085 supports following numeric data types.</a:t>
            </a:r>
          </a:p>
          <a:p>
            <a:endParaRPr lang="en-IN" dirty="0"/>
          </a:p>
        </p:txBody>
      </p:sp>
    </p:spTree>
    <p:extLst>
      <p:ext uri="{BB962C8B-B14F-4D97-AF65-F5344CB8AC3E}">
        <p14:creationId xmlns:p14="http://schemas.microsoft.com/office/powerpoint/2010/main" val="4274171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7C2A8-5018-C563-3BC5-ED6065917E0E}"/>
              </a:ext>
            </a:extLst>
          </p:cNvPr>
          <p:cNvSpPr>
            <a:spLocks noGrp="1"/>
          </p:cNvSpPr>
          <p:nvPr>
            <p:ph type="title"/>
          </p:nvPr>
        </p:nvSpPr>
        <p:spPr/>
        <p:txBody>
          <a:bodyPr/>
          <a:lstStyle/>
          <a:p>
            <a:r>
              <a:rPr lang="en-US" b="1" dirty="0"/>
              <a:t>Conti…</a:t>
            </a:r>
            <a:endParaRPr lang="en-IN" b="1" dirty="0"/>
          </a:p>
        </p:txBody>
      </p:sp>
      <p:sp>
        <p:nvSpPr>
          <p:cNvPr id="3" name="Content Placeholder 2">
            <a:extLst>
              <a:ext uri="{FF2B5EF4-FFF2-40B4-BE49-F238E27FC236}">
                <a16:creationId xmlns:a16="http://schemas.microsoft.com/office/drawing/2014/main" id="{25C9CDD7-9241-9DC4-F6F1-F178C767A812}"/>
              </a:ext>
            </a:extLst>
          </p:cNvPr>
          <p:cNvSpPr>
            <a:spLocks noGrp="1"/>
          </p:cNvSpPr>
          <p:nvPr>
            <p:ph idx="1"/>
          </p:nvPr>
        </p:nvSpPr>
        <p:spPr/>
        <p:txBody>
          <a:bodyPr/>
          <a:lstStyle/>
          <a:p>
            <a:pPr algn="just"/>
            <a:r>
              <a:rPr lang="en-US" b="1" i="0" dirty="0">
                <a:solidFill>
                  <a:srgbClr val="000000"/>
                </a:solidFill>
                <a:effectLst/>
                <a:latin typeface="-apple-system"/>
              </a:rPr>
              <a:t>Signed Integer :</a:t>
            </a:r>
            <a:r>
              <a:rPr lang="en-US" b="0" i="0" dirty="0">
                <a:solidFill>
                  <a:srgbClr val="3A3A3A"/>
                </a:solidFill>
                <a:effectLst/>
                <a:latin typeface="-apple-system"/>
              </a:rPr>
              <a:t> A signed integer number is either a positive number or a negative number. In 8085, 8-bits are assigned for signed integer, in which most significant bit is used for sign and remaining seven bits are used for Data. Sign bit 0 indicates positive number whereas sign bit 1 indicates negative number.</a:t>
            </a:r>
          </a:p>
          <a:p>
            <a:pPr algn="just" fontAlgn="base">
              <a:buFont typeface="Arial" panose="020B0604020202020204" pitchFamily="34" charset="0"/>
              <a:buChar char="•"/>
            </a:pPr>
            <a:r>
              <a:rPr lang="en-US" b="1" i="0" dirty="0">
                <a:solidFill>
                  <a:srgbClr val="000000"/>
                </a:solidFill>
                <a:effectLst/>
                <a:latin typeface="-apple-system"/>
              </a:rPr>
              <a:t>Unsigned Integer :</a:t>
            </a:r>
            <a:r>
              <a:rPr lang="en-US" b="0" i="0" dirty="0">
                <a:solidFill>
                  <a:srgbClr val="3A3A3A"/>
                </a:solidFill>
                <a:effectLst/>
                <a:latin typeface="-apple-system"/>
              </a:rPr>
              <a:t> The 8085 microprocessor supports 8-bit unsigned integer.</a:t>
            </a:r>
          </a:p>
          <a:p>
            <a:pPr algn="just" fontAlgn="base">
              <a:buFont typeface="Arial" panose="020B0604020202020204" pitchFamily="34" charset="0"/>
              <a:buChar char="•"/>
            </a:pPr>
            <a:r>
              <a:rPr lang="en-US" b="1" i="0" dirty="0">
                <a:solidFill>
                  <a:srgbClr val="000000"/>
                </a:solidFill>
                <a:effectLst/>
                <a:latin typeface="-apple-system"/>
              </a:rPr>
              <a:t>BCD :</a:t>
            </a:r>
            <a:r>
              <a:rPr lang="en-US" b="0" i="0" dirty="0">
                <a:solidFill>
                  <a:srgbClr val="3A3A3A"/>
                </a:solidFill>
                <a:effectLst/>
                <a:latin typeface="-apple-system"/>
              </a:rPr>
              <a:t> The term BCD number stands for binary coded decimal number. It uses ten digits from 0 through 9. The 8-bit register of 8085 can store two digit BCD</a:t>
            </a:r>
          </a:p>
          <a:p>
            <a:endParaRPr lang="en-IN" dirty="0"/>
          </a:p>
        </p:txBody>
      </p:sp>
    </p:spTree>
    <p:extLst>
      <p:ext uri="{BB962C8B-B14F-4D97-AF65-F5344CB8AC3E}">
        <p14:creationId xmlns:p14="http://schemas.microsoft.com/office/powerpoint/2010/main" val="4275422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1D92D89-E154-CD27-B2D2-A711CDDE92D5}"/>
              </a:ext>
            </a:extLst>
          </p:cNvPr>
          <p:cNvSpPr/>
          <p:nvPr/>
        </p:nvSpPr>
        <p:spPr>
          <a:xfrm>
            <a:off x="3143301" y="2967335"/>
            <a:ext cx="5905397" cy="923330"/>
          </a:xfrm>
          <a:prstGeom prst="rect">
            <a:avLst/>
          </a:prstGeom>
          <a:noFill/>
        </p:spPr>
        <p:txBody>
          <a:bodyPr wrap="squar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rPr>
              <a:t>THANK YOU</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4433782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881</Words>
  <Application>Microsoft Office PowerPoint</Application>
  <PresentationFormat>Widescreen</PresentationFormat>
  <Paragraphs>49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-apple-system</vt:lpstr>
      <vt:lpstr>Arial</vt:lpstr>
      <vt:lpstr>Calibri</vt:lpstr>
      <vt:lpstr>Calibri Light</vt:lpstr>
      <vt:lpstr>Office Theme</vt:lpstr>
      <vt:lpstr>Instruction Data Format and storage</vt:lpstr>
      <vt:lpstr>Instruction Format of 8085: </vt:lpstr>
      <vt:lpstr>Conti…</vt:lpstr>
      <vt:lpstr>Conti…</vt:lpstr>
      <vt:lpstr>Conti…</vt:lpstr>
      <vt:lpstr>Conti…</vt:lpstr>
      <vt:lpstr>Instruction Formats: </vt:lpstr>
      <vt:lpstr>Conti…</vt:lpstr>
      <vt:lpstr>3. Three byte instruction : </vt:lpstr>
      <vt:lpstr>Opcode Format of 8085: </vt:lpstr>
      <vt:lpstr>PowerPoint Presentation</vt:lpstr>
      <vt:lpstr>Data Format of 8085 Microprocessor: </vt:lpstr>
      <vt:lpstr>Conti…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 Data Format and storage</dc:title>
  <dc:creator>Vinayak Lohar</dc:creator>
  <cp:lastModifiedBy>krunal patel</cp:lastModifiedBy>
  <cp:revision>2</cp:revision>
  <dcterms:created xsi:type="dcterms:W3CDTF">2022-06-16T04:18:36Z</dcterms:created>
  <dcterms:modified xsi:type="dcterms:W3CDTF">2023-12-07T07:46:15Z</dcterms:modified>
</cp:coreProperties>
</file>